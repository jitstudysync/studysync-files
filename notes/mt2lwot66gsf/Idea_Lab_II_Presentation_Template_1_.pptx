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6858000" type="screen4x3"/>
  <p:notesSz cx="7315200" cy="96012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78" d="100"/>
          <a:sy n="78" d="100"/>
        </p:scale>
        <p:origin x="1555" y="67"/>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 /><Relationship Id="rId19" Type="http://schemas.openxmlformats.org/officeDocument/2006/relationships/tableStyles" Target="tableStyles.xml" /><Relationship Id="rId2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CF4D5F-8CBC-B849-3BF0-03BCD17179AF}"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BDAC5C-35F3-012C-CD60-24484B353048}"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1A24AA6-7C71-9667-5D49-3610B069C79B}"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A3287E7-F4AE-619E-296D-AFE1CB4FEF6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1BE637B-5190-859F-7015-2060ED3A6F6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9E200F-160D-FFD9-9D11-4EF9799648FA}"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F2ADAA-22DE-E46E-7127-49907AC8D215}"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D59A2C-45D2-9A13-8805-E7A6931EB11F}"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EE8745-181F-0957-084D-F1403D55F17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7F0352-E7B0-06BD-D486-81CB0DE95C35}"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65F46D-6A14-1FF4-A360-E78F453717FD}"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9943AE-DAF3-6E01-7304-E801E9321D21}"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36FCDF-34AE-35C9-D984-D243087EA4D7}"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669073687" name="Title 1"/>
          <p:cNvSpPr>
            <a:spLocks noGrp="1"/>
          </p:cNvSpPr>
          <p:nvPr>
            <p:ph type="ctrTitle"/>
          </p:nvPr>
        </p:nvSpPr>
        <p:spPr bwMode="auto">
          <a:xfrm>
            <a:off x="1143000" y="1122363"/>
            <a:ext cx="6858000" cy="2387600"/>
          </a:xfrm>
        </p:spPr>
        <p:txBody>
          <a:bodyPr anchor="b"/>
          <a:lstStyle>
            <a:lvl1pPr algn="ctr">
              <a:defRPr sz="4500"/>
            </a:lvl1pPr>
          </a:lstStyle>
          <a:p>
            <a:pPr>
              <a:defRPr/>
            </a:pPr>
            <a:r>
              <a:rPr lang="en-US"/>
              <a:t>Click to edit Master title style</a:t>
            </a:r>
            <a:endParaRPr lang="en-IN"/>
          </a:p>
        </p:txBody>
      </p:sp>
      <p:sp>
        <p:nvSpPr>
          <p:cNvPr id="427603085" name="Subtitle 2"/>
          <p:cNvSpPr>
            <a:spLocks noGrp="1"/>
          </p:cNvSpPr>
          <p:nvPr>
            <p:ph type="subTitle" idx="1"/>
          </p:nvPr>
        </p:nvSpPr>
        <p:spPr bwMode="auto">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a:pPr>
            <a:r>
              <a:rPr lang="en-US"/>
              <a:t>Click to edit Master subtitle style</a:t>
            </a:r>
            <a:endParaRPr lang="en-IN"/>
          </a:p>
        </p:txBody>
      </p:sp>
      <p:sp>
        <p:nvSpPr>
          <p:cNvPr id="880305408" name="Date Placeholder 3"/>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2051478511" name="Footer Placeholder 4"/>
          <p:cNvSpPr>
            <a:spLocks noGrp="1"/>
          </p:cNvSpPr>
          <p:nvPr>
            <p:ph type="ftr" sz="quarter" idx="11"/>
          </p:nvPr>
        </p:nvSpPr>
        <p:spPr bwMode="auto"/>
        <p:txBody>
          <a:bodyPr/>
          <a:lstStyle/>
          <a:p>
            <a:pPr>
              <a:defRPr/>
            </a:pPr>
            <a:endParaRPr lang="en-US"/>
          </a:p>
        </p:txBody>
      </p:sp>
      <p:sp>
        <p:nvSpPr>
          <p:cNvPr id="135237893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022532824" name="Title 1"/>
          <p:cNvSpPr>
            <a:spLocks noGrp="1"/>
          </p:cNvSpPr>
          <p:nvPr>
            <p:ph type="title"/>
          </p:nvPr>
        </p:nvSpPr>
        <p:spPr bwMode="auto"/>
        <p:txBody>
          <a:bodyPr/>
          <a:lstStyle/>
          <a:p>
            <a:pPr>
              <a:defRPr/>
            </a:pPr>
            <a:r>
              <a:rPr lang="en-US"/>
              <a:t>Click to edit Master title style</a:t>
            </a:r>
            <a:endParaRPr lang="en-IN"/>
          </a:p>
        </p:txBody>
      </p:sp>
      <p:sp>
        <p:nvSpPr>
          <p:cNvPr id="130836623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759427859" name="Date Placeholder 3"/>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1073643547" name="Footer Placeholder 4"/>
          <p:cNvSpPr>
            <a:spLocks noGrp="1"/>
          </p:cNvSpPr>
          <p:nvPr>
            <p:ph type="ftr" sz="quarter" idx="11"/>
          </p:nvPr>
        </p:nvSpPr>
        <p:spPr bwMode="auto"/>
        <p:txBody>
          <a:bodyPr/>
          <a:lstStyle/>
          <a:p>
            <a:pPr>
              <a:defRPr/>
            </a:pPr>
            <a:endParaRPr lang="en-US"/>
          </a:p>
        </p:txBody>
      </p:sp>
      <p:sp>
        <p:nvSpPr>
          <p:cNvPr id="200764296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757526339" name="Title 1"/>
          <p:cNvSpPr>
            <a:spLocks noGrp="1"/>
          </p:cNvSpPr>
          <p:nvPr>
            <p:ph type="title"/>
          </p:nvPr>
        </p:nvSpPr>
        <p:spPr bwMode="auto">
          <a:xfrm>
            <a:off x="623888" y="1709739"/>
            <a:ext cx="7886700" cy="2852737"/>
          </a:xfrm>
        </p:spPr>
        <p:txBody>
          <a:bodyPr anchor="b"/>
          <a:lstStyle>
            <a:lvl1pPr>
              <a:defRPr sz="4500"/>
            </a:lvl1pPr>
          </a:lstStyle>
          <a:p>
            <a:pPr>
              <a:defRPr/>
            </a:pPr>
            <a:r>
              <a:rPr lang="en-US"/>
              <a:t>Click to edit Master title style</a:t>
            </a:r>
            <a:endParaRPr lang="en-IN"/>
          </a:p>
        </p:txBody>
      </p:sp>
      <p:sp>
        <p:nvSpPr>
          <p:cNvPr id="204082855" name="Text Placeholder 2"/>
          <p:cNvSpPr>
            <a:spLocks noGrp="1"/>
          </p:cNvSpPr>
          <p:nvPr>
            <p:ph type="body" idx="1"/>
          </p:nvPr>
        </p:nvSpPr>
        <p:spPr bwMode="auto">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defRPr/>
            </a:pPr>
            <a:r>
              <a:rPr lang="en-US"/>
              <a:t>Click to edit Master text styles</a:t>
            </a:r>
            <a:endParaRPr/>
          </a:p>
        </p:txBody>
      </p:sp>
      <p:sp>
        <p:nvSpPr>
          <p:cNvPr id="1262703576" name="Date Placeholder 3"/>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1187337698" name="Footer Placeholder 4"/>
          <p:cNvSpPr>
            <a:spLocks noGrp="1"/>
          </p:cNvSpPr>
          <p:nvPr>
            <p:ph type="ftr" sz="quarter" idx="11"/>
          </p:nvPr>
        </p:nvSpPr>
        <p:spPr bwMode="auto"/>
        <p:txBody>
          <a:bodyPr/>
          <a:lstStyle/>
          <a:p>
            <a:pPr>
              <a:defRPr/>
            </a:pPr>
            <a:endParaRPr lang="en-US"/>
          </a:p>
        </p:txBody>
      </p:sp>
      <p:sp>
        <p:nvSpPr>
          <p:cNvPr id="188906193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98212857" name="Title 1"/>
          <p:cNvSpPr>
            <a:spLocks noGrp="1"/>
          </p:cNvSpPr>
          <p:nvPr>
            <p:ph type="title"/>
          </p:nvPr>
        </p:nvSpPr>
        <p:spPr bwMode="auto"/>
        <p:txBody>
          <a:bodyPr/>
          <a:lstStyle/>
          <a:p>
            <a:pPr>
              <a:defRPr/>
            </a:pPr>
            <a:r>
              <a:rPr lang="en-US"/>
              <a:t>Click to edit Master title style</a:t>
            </a:r>
            <a:endParaRPr lang="en-IN"/>
          </a:p>
        </p:txBody>
      </p:sp>
      <p:sp>
        <p:nvSpPr>
          <p:cNvPr id="1160623972" name="Content Placeholder 2"/>
          <p:cNvSpPr>
            <a:spLocks noGrp="1"/>
          </p:cNvSpPr>
          <p:nvPr>
            <p:ph sz="half" idx="1"/>
          </p:nvPr>
        </p:nvSpPr>
        <p:spPr bwMode="auto">
          <a:xfrm>
            <a:off x="6286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07536910" name="Content Placeholder 3"/>
          <p:cNvSpPr>
            <a:spLocks noGrp="1"/>
          </p:cNvSpPr>
          <p:nvPr>
            <p:ph sz="half" idx="2"/>
          </p:nvPr>
        </p:nvSpPr>
        <p:spPr bwMode="auto">
          <a:xfrm>
            <a:off x="46291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386784165" name="Date Placeholder 4"/>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605999322" name="Footer Placeholder 5"/>
          <p:cNvSpPr>
            <a:spLocks noGrp="1"/>
          </p:cNvSpPr>
          <p:nvPr>
            <p:ph type="ftr" sz="quarter" idx="11"/>
          </p:nvPr>
        </p:nvSpPr>
        <p:spPr bwMode="auto"/>
        <p:txBody>
          <a:bodyPr/>
          <a:lstStyle/>
          <a:p>
            <a:pPr>
              <a:defRPr/>
            </a:pPr>
            <a:endParaRPr lang="en-US"/>
          </a:p>
        </p:txBody>
      </p:sp>
      <p:sp>
        <p:nvSpPr>
          <p:cNvPr id="191707443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453552516" name="Title 1"/>
          <p:cNvSpPr>
            <a:spLocks noGrp="1"/>
          </p:cNvSpPr>
          <p:nvPr>
            <p:ph type="title"/>
          </p:nvPr>
        </p:nvSpPr>
        <p:spPr bwMode="auto">
          <a:xfrm>
            <a:off x="629841" y="365126"/>
            <a:ext cx="7886700" cy="1325563"/>
          </a:xfrm>
        </p:spPr>
        <p:txBody>
          <a:bodyPr/>
          <a:lstStyle/>
          <a:p>
            <a:pPr>
              <a:defRPr/>
            </a:pPr>
            <a:r>
              <a:rPr lang="en-US"/>
              <a:t>Click to edit Master title style</a:t>
            </a:r>
            <a:endParaRPr lang="en-IN"/>
          </a:p>
        </p:txBody>
      </p:sp>
      <p:sp>
        <p:nvSpPr>
          <p:cNvPr id="333859696" name="Text Placeholder 2"/>
          <p:cNvSpPr>
            <a:spLocks noGrp="1"/>
          </p:cNvSpPr>
          <p:nvPr>
            <p:ph type="body" idx="1"/>
          </p:nvPr>
        </p:nvSpPr>
        <p:spPr bwMode="auto">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1134738474" name="Content Placeholder 3"/>
          <p:cNvSpPr>
            <a:spLocks noGrp="1"/>
          </p:cNvSpPr>
          <p:nvPr>
            <p:ph sz="half" idx="2"/>
          </p:nvPr>
        </p:nvSpPr>
        <p:spPr bwMode="auto">
          <a:xfrm>
            <a:off x="629842" y="2505074"/>
            <a:ext cx="3868340"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94105497" name="Text Placeholder 4"/>
          <p:cNvSpPr>
            <a:spLocks noGrp="1"/>
          </p:cNvSpPr>
          <p:nvPr>
            <p:ph type="body" sz="quarter" idx="3"/>
          </p:nvPr>
        </p:nvSpPr>
        <p:spPr bwMode="auto">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1093096652" name="Content Placeholder 5"/>
          <p:cNvSpPr>
            <a:spLocks noGrp="1"/>
          </p:cNvSpPr>
          <p:nvPr>
            <p:ph sz="quarter" idx="4"/>
          </p:nvPr>
        </p:nvSpPr>
        <p:spPr bwMode="auto">
          <a:xfrm>
            <a:off x="4629150" y="2505074"/>
            <a:ext cx="3887391"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5503423" name="Date Placeholder 6"/>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393484548" name="Footer Placeholder 7"/>
          <p:cNvSpPr>
            <a:spLocks noGrp="1"/>
          </p:cNvSpPr>
          <p:nvPr>
            <p:ph type="ftr" sz="quarter" idx="11"/>
          </p:nvPr>
        </p:nvSpPr>
        <p:spPr bwMode="auto"/>
        <p:txBody>
          <a:bodyPr/>
          <a:lstStyle/>
          <a:p>
            <a:pPr>
              <a:defRPr/>
            </a:pPr>
            <a:endParaRPr lang="en-US"/>
          </a:p>
        </p:txBody>
      </p:sp>
      <p:sp>
        <p:nvSpPr>
          <p:cNvPr id="921699261"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1951506" name="Title 1"/>
          <p:cNvSpPr>
            <a:spLocks noGrp="1"/>
          </p:cNvSpPr>
          <p:nvPr>
            <p:ph type="title"/>
          </p:nvPr>
        </p:nvSpPr>
        <p:spPr bwMode="auto"/>
        <p:txBody>
          <a:bodyPr/>
          <a:lstStyle/>
          <a:p>
            <a:pPr>
              <a:defRPr/>
            </a:pPr>
            <a:r>
              <a:rPr lang="en-US"/>
              <a:t>Click to edit Master title style</a:t>
            </a:r>
            <a:endParaRPr lang="en-IN"/>
          </a:p>
        </p:txBody>
      </p:sp>
      <p:sp>
        <p:nvSpPr>
          <p:cNvPr id="1515598318" name="Date Placeholder 2"/>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304576669" name="Footer Placeholder 3"/>
          <p:cNvSpPr>
            <a:spLocks noGrp="1"/>
          </p:cNvSpPr>
          <p:nvPr>
            <p:ph type="ftr" sz="quarter" idx="11"/>
          </p:nvPr>
        </p:nvSpPr>
        <p:spPr bwMode="auto"/>
        <p:txBody>
          <a:bodyPr/>
          <a:lstStyle/>
          <a:p>
            <a:pPr>
              <a:defRPr/>
            </a:pPr>
            <a:endParaRPr lang="en-US"/>
          </a:p>
        </p:txBody>
      </p:sp>
      <p:sp>
        <p:nvSpPr>
          <p:cNvPr id="1558725686"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693103275" name="Date Placeholder 1"/>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1052995841" name="Footer Placeholder 2"/>
          <p:cNvSpPr>
            <a:spLocks noGrp="1"/>
          </p:cNvSpPr>
          <p:nvPr>
            <p:ph type="ftr" sz="quarter" idx="11"/>
          </p:nvPr>
        </p:nvSpPr>
        <p:spPr bwMode="auto"/>
        <p:txBody>
          <a:bodyPr/>
          <a:lstStyle/>
          <a:p>
            <a:pPr>
              <a:defRPr/>
            </a:pPr>
            <a:endParaRPr lang="en-US"/>
          </a:p>
        </p:txBody>
      </p:sp>
      <p:sp>
        <p:nvSpPr>
          <p:cNvPr id="137240902"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51754189" name="Title 1"/>
          <p:cNvSpPr>
            <a:spLocks noGrp="1"/>
          </p:cNvSpPr>
          <p:nvPr>
            <p:ph type="title"/>
          </p:nvPr>
        </p:nvSpPr>
        <p:spPr bwMode="auto">
          <a:xfrm>
            <a:off x="629841" y="457200"/>
            <a:ext cx="2949178" cy="1600200"/>
          </a:xfrm>
        </p:spPr>
        <p:txBody>
          <a:bodyPr anchor="b"/>
          <a:lstStyle>
            <a:lvl1pPr>
              <a:defRPr sz="2400"/>
            </a:lvl1pPr>
          </a:lstStyle>
          <a:p>
            <a:pPr>
              <a:defRPr/>
            </a:pPr>
            <a:r>
              <a:rPr lang="en-US"/>
              <a:t>Click to edit Master title style</a:t>
            </a:r>
            <a:endParaRPr lang="en-IN"/>
          </a:p>
        </p:txBody>
      </p:sp>
      <p:sp>
        <p:nvSpPr>
          <p:cNvPr id="1110752269" name="Content Placeholder 2"/>
          <p:cNvSpPr>
            <a:spLocks noGrp="1"/>
          </p:cNvSpPr>
          <p:nvPr>
            <p:ph idx="1"/>
          </p:nvPr>
        </p:nvSpPr>
        <p:spPr bwMode="auto">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04202059" name="Text Placeholder 3"/>
          <p:cNvSpPr>
            <a:spLocks noGrp="1"/>
          </p:cNvSpPr>
          <p:nvPr>
            <p:ph type="body" sz="half" idx="2"/>
          </p:nvPr>
        </p:nvSpPr>
        <p:spPr bwMode="auto">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Click to edit Master text styles</a:t>
            </a:r>
            <a:endParaRPr/>
          </a:p>
        </p:txBody>
      </p:sp>
      <p:sp>
        <p:nvSpPr>
          <p:cNvPr id="1356906276" name="Date Placeholder 4"/>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2079976086" name="Footer Placeholder 5"/>
          <p:cNvSpPr>
            <a:spLocks noGrp="1"/>
          </p:cNvSpPr>
          <p:nvPr>
            <p:ph type="ftr" sz="quarter" idx="11"/>
          </p:nvPr>
        </p:nvSpPr>
        <p:spPr bwMode="auto"/>
        <p:txBody>
          <a:bodyPr/>
          <a:lstStyle/>
          <a:p>
            <a:pPr>
              <a:defRPr/>
            </a:pPr>
            <a:endParaRPr lang="en-US"/>
          </a:p>
        </p:txBody>
      </p:sp>
      <p:sp>
        <p:nvSpPr>
          <p:cNvPr id="62379681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24923802" name="Title 1"/>
          <p:cNvSpPr>
            <a:spLocks noGrp="1"/>
          </p:cNvSpPr>
          <p:nvPr>
            <p:ph type="title"/>
          </p:nvPr>
        </p:nvSpPr>
        <p:spPr bwMode="auto">
          <a:xfrm>
            <a:off x="629841" y="457200"/>
            <a:ext cx="2949178" cy="1600200"/>
          </a:xfrm>
        </p:spPr>
        <p:txBody>
          <a:bodyPr anchor="b"/>
          <a:lstStyle>
            <a:lvl1pPr>
              <a:defRPr sz="2400"/>
            </a:lvl1pPr>
          </a:lstStyle>
          <a:p>
            <a:pPr>
              <a:defRPr/>
            </a:pPr>
            <a:r>
              <a:rPr lang="en-US"/>
              <a:t>Click to edit Master title style</a:t>
            </a:r>
            <a:endParaRPr lang="en-IN"/>
          </a:p>
        </p:txBody>
      </p:sp>
      <p:sp>
        <p:nvSpPr>
          <p:cNvPr id="62795930" name="Picture Placeholder 2"/>
          <p:cNvSpPr>
            <a:spLocks noGrp="1"/>
          </p:cNvSpPr>
          <p:nvPr>
            <p:ph type="pic" idx="1"/>
          </p:nvPr>
        </p:nvSpPr>
        <p:spPr bwMode="auto">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a:pPr>
            <a:endParaRPr lang="en-IN"/>
          </a:p>
        </p:txBody>
      </p:sp>
      <p:sp>
        <p:nvSpPr>
          <p:cNvPr id="1942457221" name="Text Placeholder 3"/>
          <p:cNvSpPr>
            <a:spLocks noGrp="1"/>
          </p:cNvSpPr>
          <p:nvPr>
            <p:ph type="body" sz="half" idx="2"/>
          </p:nvPr>
        </p:nvSpPr>
        <p:spPr bwMode="auto">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Click to edit Master text styles</a:t>
            </a:r>
            <a:endParaRPr/>
          </a:p>
        </p:txBody>
      </p:sp>
      <p:sp>
        <p:nvSpPr>
          <p:cNvPr id="556717301" name="Date Placeholder 4"/>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806443859" name="Footer Placeholder 5"/>
          <p:cNvSpPr>
            <a:spLocks noGrp="1"/>
          </p:cNvSpPr>
          <p:nvPr>
            <p:ph type="ftr" sz="quarter" idx="11"/>
          </p:nvPr>
        </p:nvSpPr>
        <p:spPr bwMode="auto"/>
        <p:txBody>
          <a:bodyPr/>
          <a:lstStyle/>
          <a:p>
            <a:pPr>
              <a:defRPr/>
            </a:pPr>
            <a:endParaRPr lang="en-US"/>
          </a:p>
        </p:txBody>
      </p:sp>
      <p:sp>
        <p:nvSpPr>
          <p:cNvPr id="193675813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896969133" name="Title 1"/>
          <p:cNvSpPr>
            <a:spLocks noGrp="1"/>
          </p:cNvSpPr>
          <p:nvPr>
            <p:ph type="title"/>
          </p:nvPr>
        </p:nvSpPr>
        <p:spPr bwMode="auto"/>
        <p:txBody>
          <a:bodyPr/>
          <a:lstStyle/>
          <a:p>
            <a:pPr>
              <a:defRPr/>
            </a:pPr>
            <a:r>
              <a:rPr lang="en-US"/>
              <a:t>Click to edit Master title style</a:t>
            </a:r>
            <a:endParaRPr lang="en-IN"/>
          </a:p>
        </p:txBody>
      </p:sp>
      <p:sp>
        <p:nvSpPr>
          <p:cNvPr id="155931055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109746028" name="Date Placeholder 3"/>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786386591" name="Footer Placeholder 4"/>
          <p:cNvSpPr>
            <a:spLocks noGrp="1"/>
          </p:cNvSpPr>
          <p:nvPr>
            <p:ph type="ftr" sz="quarter" idx="11"/>
          </p:nvPr>
        </p:nvSpPr>
        <p:spPr bwMode="auto"/>
        <p:txBody>
          <a:bodyPr/>
          <a:lstStyle/>
          <a:p>
            <a:pPr>
              <a:defRPr/>
            </a:pPr>
            <a:endParaRPr lang="en-US"/>
          </a:p>
        </p:txBody>
      </p:sp>
      <p:sp>
        <p:nvSpPr>
          <p:cNvPr id="29552785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408023842" name="Vertical Title 1"/>
          <p:cNvSpPr>
            <a:spLocks noGrp="1"/>
          </p:cNvSpPr>
          <p:nvPr>
            <p:ph type="title" orient="vert"/>
          </p:nvPr>
        </p:nvSpPr>
        <p:spPr bwMode="auto">
          <a:xfrm>
            <a:off x="6543675" y="365125"/>
            <a:ext cx="1971675" cy="5811838"/>
          </a:xfrm>
        </p:spPr>
        <p:txBody>
          <a:bodyPr vert="eaVert"/>
          <a:lstStyle/>
          <a:p>
            <a:pPr>
              <a:defRPr/>
            </a:pPr>
            <a:r>
              <a:rPr lang="en-US"/>
              <a:t>Click to edit Master title style</a:t>
            </a:r>
            <a:endParaRPr lang="en-IN"/>
          </a:p>
        </p:txBody>
      </p:sp>
      <p:sp>
        <p:nvSpPr>
          <p:cNvPr id="863617747" name="Vertical Text Placeholder 2"/>
          <p:cNvSpPr>
            <a:spLocks noGrp="1"/>
          </p:cNvSpPr>
          <p:nvPr>
            <p:ph type="body" orient="vert" idx="1"/>
          </p:nvPr>
        </p:nvSpPr>
        <p:spPr bwMode="auto">
          <a:xfrm>
            <a:off x="628650" y="365125"/>
            <a:ext cx="5800725"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399554477" name="Date Placeholder 3"/>
          <p:cNvSpPr>
            <a:spLocks noGrp="1"/>
          </p:cNvSpPr>
          <p:nvPr>
            <p:ph type="dt" sz="half" idx="10"/>
          </p:nvPr>
        </p:nvSpPr>
        <p:spPr bwMode="auto"/>
        <p:txBody>
          <a:bodyPr/>
          <a:lstStyle/>
          <a:p>
            <a:pPr>
              <a:defRPr/>
            </a:pPr>
            <a:fld id="{5BCAD085-E8A6-8845-BD4E-CB4CCA059FC4}" type="datetimeFigureOut">
              <a:rPr lang="en-US"/>
              <a:t>5/6/2026</a:t>
            </a:fld>
            <a:endParaRPr lang="en-US"/>
          </a:p>
        </p:txBody>
      </p:sp>
      <p:sp>
        <p:nvSpPr>
          <p:cNvPr id="160867376" name="Footer Placeholder 4"/>
          <p:cNvSpPr>
            <a:spLocks noGrp="1"/>
          </p:cNvSpPr>
          <p:nvPr>
            <p:ph type="ftr" sz="quarter" idx="11"/>
          </p:nvPr>
        </p:nvSpPr>
        <p:spPr bwMode="auto"/>
        <p:txBody>
          <a:bodyPr/>
          <a:lstStyle/>
          <a:p>
            <a:pPr>
              <a:defRPr/>
            </a:pPr>
            <a:endParaRPr lang="en-US"/>
          </a:p>
        </p:txBody>
      </p:sp>
      <p:sp>
        <p:nvSpPr>
          <p:cNvPr id="84123115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95524593"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endParaRPr lang="en-IN"/>
          </a:p>
        </p:txBody>
      </p:sp>
      <p:sp>
        <p:nvSpPr>
          <p:cNvPr id="888465711"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2126019135"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fld id="{5BCAD085-E8A6-8845-BD4E-CB4CCA059FC4}" type="datetimeFigureOut">
              <a:rPr lang="en-US"/>
              <a:t>5/6/2026</a:t>
            </a:fld>
            <a:endParaRPr lang="en-US"/>
          </a:p>
        </p:txBody>
      </p:sp>
      <p:sp>
        <p:nvSpPr>
          <p:cNvPr id="1479989887"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endParaRPr lang="en-US"/>
          </a:p>
        </p:txBody>
      </p:sp>
      <p:sp>
        <p:nvSpPr>
          <p:cNvPr id="299724607"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a:lnSpc>
          <a:spcPct val="90000"/>
        </a:lnSpc>
        <a:spcBef>
          <a:spcPts val="0"/>
        </a:spcBef>
        <a:buNone/>
        <a:defRPr sz="3300">
          <a:solidFill>
            <a:schemeClr val="tx1"/>
          </a:solidFill>
          <a:latin typeface="+mj-lt"/>
          <a:ea typeface="+mj-ea"/>
          <a:cs typeface="+mj-cs"/>
        </a:defRPr>
      </a:lvl1pPr>
    </p:titleStyle>
    <p:bodyStyle>
      <a:lvl1pPr marL="171450" indent="-171450" algn="l" defTabSz="685800" rtl="0">
        <a:lnSpc>
          <a:spcPct val="90000"/>
        </a:lnSpc>
        <a:spcBef>
          <a:spcPts val="750"/>
        </a:spcBef>
        <a:buFont typeface="Arial"/>
        <a:buChar char="•"/>
        <a:defRPr sz="2100">
          <a:solidFill>
            <a:schemeClr val="tx1"/>
          </a:solidFill>
          <a:latin typeface="+mn-lt"/>
          <a:ea typeface="+mn-ea"/>
          <a:cs typeface="+mn-cs"/>
        </a:defRPr>
      </a:lvl1pPr>
      <a:lvl2pPr marL="514350" indent="-171450" algn="l" defTabSz="685800" rtl="0">
        <a:lnSpc>
          <a:spcPct val="90000"/>
        </a:lnSpc>
        <a:spcBef>
          <a:spcPts val="375"/>
        </a:spcBef>
        <a:buFont typeface="Arial"/>
        <a:buChar char="•"/>
        <a:defRPr sz="1800">
          <a:solidFill>
            <a:schemeClr val="tx1"/>
          </a:solidFill>
          <a:latin typeface="+mn-lt"/>
          <a:ea typeface="+mn-ea"/>
          <a:cs typeface="+mn-cs"/>
        </a:defRPr>
      </a:lvl2pPr>
      <a:lvl3pPr marL="857250" indent="-171450" algn="l" defTabSz="685800" rtl="0">
        <a:lnSpc>
          <a:spcPct val="90000"/>
        </a:lnSpc>
        <a:spcBef>
          <a:spcPts val="375"/>
        </a:spcBef>
        <a:buFont typeface="Arial"/>
        <a:buChar char="•"/>
        <a:defRPr sz="1500">
          <a:solidFill>
            <a:schemeClr val="tx1"/>
          </a:solidFill>
          <a:latin typeface="+mn-lt"/>
          <a:ea typeface="+mn-ea"/>
          <a:cs typeface="+mn-cs"/>
        </a:defRPr>
      </a:lvl3pPr>
      <a:lvl4pPr marL="1200150" indent="-171450" algn="l" defTabSz="685800" rtl="0">
        <a:lnSpc>
          <a:spcPct val="90000"/>
        </a:lnSpc>
        <a:spcBef>
          <a:spcPts val="375"/>
        </a:spcBef>
        <a:buFont typeface="Arial"/>
        <a:buChar char="•"/>
        <a:defRPr sz="1350">
          <a:solidFill>
            <a:schemeClr val="tx1"/>
          </a:solidFill>
          <a:latin typeface="+mn-lt"/>
          <a:ea typeface="+mn-ea"/>
          <a:cs typeface="+mn-cs"/>
        </a:defRPr>
      </a:lvl4pPr>
      <a:lvl5pPr marL="1543050" indent="-171450" algn="l" defTabSz="685800" rtl="0">
        <a:lnSpc>
          <a:spcPct val="90000"/>
        </a:lnSpc>
        <a:spcBef>
          <a:spcPts val="375"/>
        </a:spcBef>
        <a:buFont typeface="Arial"/>
        <a:buChar char="•"/>
        <a:defRPr sz="1350">
          <a:solidFill>
            <a:schemeClr val="tx1"/>
          </a:solidFill>
          <a:latin typeface="+mn-lt"/>
          <a:ea typeface="+mn-ea"/>
          <a:cs typeface="+mn-cs"/>
        </a:defRPr>
      </a:lvl5pPr>
      <a:lvl6pPr marL="1885950" indent="-171450" algn="l" defTabSz="685800" rtl="0">
        <a:lnSpc>
          <a:spcPct val="90000"/>
        </a:lnSpc>
        <a:spcBef>
          <a:spcPts val="375"/>
        </a:spcBef>
        <a:buFont typeface="Arial"/>
        <a:buChar char="•"/>
        <a:defRPr sz="1350">
          <a:solidFill>
            <a:schemeClr val="tx1"/>
          </a:solidFill>
          <a:latin typeface="+mn-lt"/>
          <a:ea typeface="+mn-ea"/>
          <a:cs typeface="+mn-cs"/>
        </a:defRPr>
      </a:lvl6pPr>
      <a:lvl7pPr marL="2228850" indent="-171450" algn="l" defTabSz="685800" rtl="0">
        <a:lnSpc>
          <a:spcPct val="90000"/>
        </a:lnSpc>
        <a:spcBef>
          <a:spcPts val="375"/>
        </a:spcBef>
        <a:buFont typeface="Arial"/>
        <a:buChar char="•"/>
        <a:defRPr sz="1350">
          <a:solidFill>
            <a:schemeClr val="tx1"/>
          </a:solidFill>
          <a:latin typeface="+mn-lt"/>
          <a:ea typeface="+mn-ea"/>
          <a:cs typeface="+mn-cs"/>
        </a:defRPr>
      </a:lvl7pPr>
      <a:lvl8pPr marL="2571750" indent="-171450" algn="l" defTabSz="685800" rtl="0">
        <a:lnSpc>
          <a:spcPct val="90000"/>
        </a:lnSpc>
        <a:spcBef>
          <a:spcPts val="375"/>
        </a:spcBef>
        <a:buFont typeface="Arial"/>
        <a:buChar char="•"/>
        <a:defRPr sz="1350">
          <a:solidFill>
            <a:schemeClr val="tx1"/>
          </a:solidFill>
          <a:latin typeface="+mn-lt"/>
          <a:ea typeface="+mn-ea"/>
          <a:cs typeface="+mn-cs"/>
        </a:defRPr>
      </a:lvl8pPr>
      <a:lvl9pPr marL="2914650" indent="-171450" algn="l" defTabSz="685800" rtl="0">
        <a:lnSpc>
          <a:spcPct val="90000"/>
        </a:lnSpc>
        <a:spcBef>
          <a:spcPts val="375"/>
        </a:spcBef>
        <a:buFont typeface="Arial"/>
        <a:buChar char="•"/>
        <a:defRPr sz="1350">
          <a:solidFill>
            <a:schemeClr val="tx1"/>
          </a:solidFill>
          <a:latin typeface="+mn-lt"/>
          <a:ea typeface="+mn-ea"/>
          <a:cs typeface="+mn-cs"/>
        </a:defRPr>
      </a:lvl9pPr>
    </p:bodyStyle>
    <p:otherStyle>
      <a:defPPr>
        <a:defRPr lang="en-US"/>
      </a:defPPr>
      <a:lvl1pPr marL="0" algn="l" defTabSz="685800" rtl="0">
        <a:defRPr sz="1350">
          <a:solidFill>
            <a:schemeClr val="tx1"/>
          </a:solidFill>
          <a:latin typeface="+mn-lt"/>
          <a:ea typeface="+mn-ea"/>
          <a:cs typeface="+mn-cs"/>
        </a:defRPr>
      </a:lvl1pPr>
      <a:lvl2pPr marL="342900" algn="l" defTabSz="685800" rtl="0">
        <a:defRPr sz="1350">
          <a:solidFill>
            <a:schemeClr val="tx1"/>
          </a:solidFill>
          <a:latin typeface="+mn-lt"/>
          <a:ea typeface="+mn-ea"/>
          <a:cs typeface="+mn-cs"/>
        </a:defRPr>
      </a:lvl2pPr>
      <a:lvl3pPr marL="685800" algn="l" defTabSz="685800" rtl="0">
        <a:defRPr sz="1350">
          <a:solidFill>
            <a:schemeClr val="tx1"/>
          </a:solidFill>
          <a:latin typeface="+mn-lt"/>
          <a:ea typeface="+mn-ea"/>
          <a:cs typeface="+mn-cs"/>
        </a:defRPr>
      </a:lvl3pPr>
      <a:lvl4pPr marL="1028700" algn="l" defTabSz="685800" rtl="0">
        <a:defRPr sz="1350">
          <a:solidFill>
            <a:schemeClr val="tx1"/>
          </a:solidFill>
          <a:latin typeface="+mn-lt"/>
          <a:ea typeface="+mn-ea"/>
          <a:cs typeface="+mn-cs"/>
        </a:defRPr>
      </a:lvl4pPr>
      <a:lvl5pPr marL="1371600" algn="l" defTabSz="685800" rtl="0">
        <a:defRPr sz="1350">
          <a:solidFill>
            <a:schemeClr val="tx1"/>
          </a:solidFill>
          <a:latin typeface="+mn-lt"/>
          <a:ea typeface="+mn-ea"/>
          <a:cs typeface="+mn-cs"/>
        </a:defRPr>
      </a:lvl5pPr>
      <a:lvl6pPr marL="1714500" algn="l" defTabSz="685800" rtl="0">
        <a:defRPr sz="1350">
          <a:solidFill>
            <a:schemeClr val="tx1"/>
          </a:solidFill>
          <a:latin typeface="+mn-lt"/>
          <a:ea typeface="+mn-ea"/>
          <a:cs typeface="+mn-cs"/>
        </a:defRPr>
      </a:lvl6pPr>
      <a:lvl7pPr marL="2057400" algn="l" defTabSz="685800" rtl="0">
        <a:defRPr sz="1350">
          <a:solidFill>
            <a:schemeClr val="tx1"/>
          </a:solidFill>
          <a:latin typeface="+mn-lt"/>
          <a:ea typeface="+mn-ea"/>
          <a:cs typeface="+mn-cs"/>
        </a:defRPr>
      </a:lvl7pPr>
      <a:lvl8pPr marL="2400300" algn="l" defTabSz="685800" rtl="0">
        <a:defRPr sz="1350">
          <a:solidFill>
            <a:schemeClr val="tx1"/>
          </a:solidFill>
          <a:latin typeface="+mn-lt"/>
          <a:ea typeface="+mn-ea"/>
          <a:cs typeface="+mn-cs"/>
        </a:defRPr>
      </a:lvl8pPr>
      <a:lvl9pPr marL="2743200" algn="l" defTabSz="685800" rtl="0">
        <a:defRPr sz="135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2995934" name="Title 1"/>
          <p:cNvSpPr>
            <a:spLocks noGrp="1"/>
          </p:cNvSpPr>
          <p:nvPr>
            <p:ph type="title"/>
          </p:nvPr>
        </p:nvSpPr>
        <p:spPr bwMode="auto">
          <a:xfrm>
            <a:off x="457200" y="1294904"/>
            <a:ext cx="8229600" cy="445406"/>
          </a:xfrm>
        </p:spPr>
        <p:txBody>
          <a:bodyPr>
            <a:noAutofit/>
          </a:bodyPr>
          <a:lstStyle/>
          <a:p>
            <a:pPr>
              <a:defRPr/>
            </a:pPr>
            <a:br>
              <a:rPr lang="en-US" sz="2400" b="1">
                <a:latin typeface="Book Antiqua"/>
              </a:rPr>
            </a:br>
            <a:r>
              <a:rPr lang="en-US" sz="2400" b="1">
                <a:latin typeface="Book Antiqua"/>
              </a:rPr>
              <a:t>MINI PROJECT: IDEA LAB II - PROJECT REPORT</a:t>
            </a:r>
            <a:br>
              <a:rPr lang="en-US" sz="2400" b="1">
                <a:latin typeface="Book Antiqua"/>
              </a:rPr>
            </a:br>
            <a:endParaRPr sz="2400" b="1">
              <a:solidFill>
                <a:srgbClr val="002060"/>
              </a:solidFill>
              <a:latin typeface="Book Antiqua"/>
              <a:ea typeface="Tahoma"/>
              <a:cs typeface="Tahoma"/>
            </a:endParaRPr>
          </a:p>
        </p:txBody>
      </p:sp>
      <p:sp>
        <p:nvSpPr>
          <p:cNvPr id="304140863" name="Content Placeholder 2"/>
          <p:cNvSpPr>
            <a:spLocks noGrp="1"/>
          </p:cNvSpPr>
          <p:nvPr>
            <p:ph idx="1"/>
          </p:nvPr>
        </p:nvSpPr>
        <p:spPr bwMode="auto">
          <a:xfrm>
            <a:off x="457200" y="1788804"/>
            <a:ext cx="8229600" cy="4871217"/>
          </a:xfrm>
        </p:spPr>
        <p:txBody>
          <a:bodyPr>
            <a:normAutofit fontScale="77500" lnSpcReduction="20000"/>
          </a:bodyPr>
          <a:lstStyle/>
          <a:p>
            <a:pPr marL="0" indent="0">
              <a:lnSpc>
                <a:spcPct val="110000"/>
              </a:lnSpc>
              <a:buNone/>
              <a:defRPr/>
            </a:pPr>
            <a:r>
              <a:rPr lang="en-US" sz="2000" b="1">
                <a:latin typeface="Book Antiqua"/>
                <a:ea typeface="Tahoma"/>
                <a:cs typeface="Tahoma"/>
              </a:rPr>
              <a:t>Student Name		             : </a:t>
            </a:r>
            <a:r>
              <a:rPr lang="en-US" sz="1900" b="1">
                <a:latin typeface="Book Antiqua"/>
                <a:ea typeface="Tahoma"/>
                <a:cs typeface="Tahoma"/>
              </a:rPr>
              <a:t>M . </a:t>
            </a:r>
            <a:r>
              <a:rPr lang="en-IN" sz="1900" b="1">
                <a:latin typeface="Book Antiqua"/>
                <a:ea typeface="Tahoma"/>
                <a:cs typeface="Tahoma"/>
              </a:rPr>
              <a:t>Deepak</a:t>
            </a:r>
            <a:endParaRPr/>
          </a:p>
          <a:p>
            <a:pPr marL="0" indent="0">
              <a:lnSpc>
                <a:spcPct val="110000"/>
              </a:lnSpc>
              <a:buNone/>
              <a:defRPr/>
            </a:pPr>
            <a:r>
              <a:rPr lang="en-US" sz="2000" b="1">
                <a:latin typeface="Book Antiqua"/>
                <a:ea typeface="Tahoma"/>
                <a:cs typeface="Tahoma"/>
              </a:rPr>
              <a:t>Register Number</a:t>
            </a:r>
            <a:r>
              <a:rPr lang="en-US" sz="4800" b="1">
                <a:latin typeface="Book Antiqua"/>
                <a:ea typeface="Tahoma"/>
                <a:cs typeface="Tahoma"/>
              </a:rPr>
              <a:t>		</a:t>
            </a:r>
            <a:r>
              <a:rPr lang="en-US" sz="2000" b="1">
                <a:latin typeface="Book Antiqua"/>
                <a:ea typeface="Tahoma"/>
                <a:cs typeface="Tahoma"/>
              </a:rPr>
              <a:t>:</a:t>
            </a:r>
            <a:r>
              <a:rPr lang="en-US" sz="1900" b="1">
                <a:latin typeface="Book Antiqua"/>
                <a:ea typeface="Tahoma"/>
                <a:cs typeface="Tahoma"/>
              </a:rPr>
              <a:t>210625205</a:t>
            </a:r>
            <a:r>
              <a:rPr lang="en-IN" sz="1900" b="1">
                <a:latin typeface="Book Antiqua"/>
                <a:ea typeface="Tahoma"/>
                <a:cs typeface="Tahoma"/>
              </a:rPr>
              <a:t>019</a:t>
            </a:r>
            <a:endParaRPr/>
          </a:p>
          <a:p>
            <a:pPr marL="0" indent="0">
              <a:lnSpc>
                <a:spcPct val="160000"/>
              </a:lnSpc>
              <a:buNone/>
              <a:defRPr/>
            </a:pPr>
            <a:r>
              <a:rPr lang="en-US" sz="2000" b="1">
                <a:latin typeface="Book Antiqua"/>
                <a:ea typeface="Tahoma"/>
                <a:cs typeface="Tahoma"/>
              </a:rPr>
              <a:t>Department / Section	             </a:t>
            </a:r>
            <a:r>
              <a:rPr lang="en-US" sz="1500" b="1">
                <a:latin typeface="Book Antiqua"/>
                <a:ea typeface="Tahoma"/>
                <a:cs typeface="Tahoma"/>
              </a:rPr>
              <a:t>:</a:t>
            </a:r>
            <a:r>
              <a:rPr lang="en-IN" sz="1900" b="1">
                <a:latin typeface="Book Antiqua"/>
                <a:ea typeface="Tahoma"/>
                <a:cs typeface="Tahoma"/>
              </a:rPr>
              <a:t> </a:t>
            </a:r>
            <a:r>
              <a:rPr lang="en-US" sz="1900" b="1">
                <a:latin typeface="Book Antiqua"/>
                <a:ea typeface="Tahoma"/>
                <a:cs typeface="Tahoma"/>
              </a:rPr>
              <a:t>INFORMATION TECHNOLOGY/</a:t>
            </a:r>
            <a:r>
              <a:rPr lang="en-IN" sz="1900" b="1">
                <a:latin typeface="Book Antiqua"/>
                <a:ea typeface="Tahoma"/>
                <a:cs typeface="Tahoma"/>
              </a:rPr>
              <a:t>C</a:t>
            </a:r>
            <a:endParaRPr/>
          </a:p>
          <a:p>
            <a:pPr marL="0" indent="0">
              <a:lnSpc>
                <a:spcPct val="160000"/>
              </a:lnSpc>
              <a:buNone/>
              <a:defRPr/>
            </a:pPr>
            <a:r>
              <a:rPr lang="en-US" sz="2000" b="1">
                <a:latin typeface="Book Antiqua"/>
                <a:ea typeface="Tahoma"/>
                <a:cs typeface="Tahoma"/>
              </a:rPr>
              <a:t>Sub. Code 			:</a:t>
            </a:r>
            <a:r>
              <a:rPr lang="en-US" sz="1900" b="1">
                <a:latin typeface="Book Antiqua"/>
              </a:rPr>
              <a:t>AEEC302</a:t>
            </a:r>
            <a:endParaRPr lang="en-US" sz="1900" b="1">
              <a:latin typeface="Book Antiqua"/>
              <a:ea typeface="Tahoma"/>
              <a:cs typeface="Tahoma"/>
            </a:endParaRPr>
          </a:p>
          <a:p>
            <a:pPr marL="0" indent="0">
              <a:lnSpc>
                <a:spcPct val="160000"/>
              </a:lnSpc>
              <a:buNone/>
              <a:defRPr/>
            </a:pPr>
            <a:r>
              <a:rPr lang="en-US" sz="2000" b="1">
                <a:latin typeface="Book Antiqua"/>
                <a:ea typeface="Tahoma"/>
                <a:cs typeface="Tahoma"/>
              </a:rPr>
              <a:t>Faculty In-charge		:</a:t>
            </a:r>
            <a:r>
              <a:rPr lang="en-IN" sz="1900" b="1">
                <a:latin typeface="Book Antiqua"/>
                <a:ea typeface="Tahoma"/>
                <a:cs typeface="Tahoma"/>
              </a:rPr>
              <a:t>Mr. Arul Kumar</a:t>
            </a:r>
            <a:endParaRPr/>
          </a:p>
          <a:p>
            <a:pPr marL="0" indent="0">
              <a:lnSpc>
                <a:spcPct val="160000"/>
              </a:lnSpc>
              <a:buNone/>
              <a:defRPr/>
            </a:pPr>
            <a:r>
              <a:rPr lang="en-US" sz="2000" b="1">
                <a:latin typeface="Book Antiqua"/>
                <a:ea typeface="Tahoma"/>
                <a:cs typeface="Tahoma"/>
              </a:rPr>
              <a:t>Year / Semester		:</a:t>
            </a:r>
            <a:r>
              <a:rPr lang="en-IN" sz="2000" b="1">
                <a:latin typeface="Book Antiqua"/>
                <a:ea typeface="Tahoma"/>
                <a:cs typeface="Tahoma"/>
              </a:rPr>
              <a:t> </a:t>
            </a:r>
            <a:r>
              <a:rPr lang="en-US" sz="2000" b="1">
                <a:latin typeface="Book Antiqua"/>
                <a:ea typeface="Tahoma"/>
                <a:cs typeface="Tahoma"/>
              </a:rPr>
              <a:t>I / II	</a:t>
            </a:r>
            <a:endParaRPr/>
          </a:p>
          <a:p>
            <a:pPr marL="0" indent="0">
              <a:lnSpc>
                <a:spcPct val="160000"/>
              </a:lnSpc>
              <a:buNone/>
              <a:defRPr/>
            </a:pPr>
            <a:r>
              <a:rPr lang="en-US" sz="2000" b="1">
                <a:latin typeface="Book Antiqua"/>
                <a:ea typeface="Tahoma"/>
                <a:cs typeface="Tahoma"/>
              </a:rPr>
              <a:t>Academic Year		:</a:t>
            </a:r>
            <a:r>
              <a:rPr lang="en-IN" sz="2000" b="1">
                <a:latin typeface="Book Antiqua"/>
                <a:ea typeface="Tahoma"/>
                <a:cs typeface="Tahoma"/>
              </a:rPr>
              <a:t> </a:t>
            </a:r>
            <a:r>
              <a:rPr lang="en-US" sz="2000" b="1">
                <a:latin typeface="Book Antiqua"/>
                <a:ea typeface="Tahoma"/>
                <a:cs typeface="Tahoma"/>
              </a:rPr>
              <a:t>2025-2026</a:t>
            </a:r>
            <a:endParaRPr/>
          </a:p>
          <a:p>
            <a:pPr marL="0" indent="0">
              <a:lnSpc>
                <a:spcPct val="160000"/>
              </a:lnSpc>
              <a:buNone/>
              <a:defRPr/>
            </a:pPr>
            <a:r>
              <a:rPr lang="en-US" sz="2000" b="1">
                <a:latin typeface="Book Antiqua"/>
                <a:ea typeface="Tahoma"/>
                <a:cs typeface="Tahoma"/>
              </a:rPr>
              <a:t>Project Title			</a:t>
            </a:r>
            <a:r>
              <a:rPr lang="en-US" sz="1900" b="1">
                <a:latin typeface="Book Antiqua"/>
                <a:ea typeface="Tahoma"/>
                <a:cs typeface="Tahoma"/>
              </a:rPr>
              <a:t>:</a:t>
            </a:r>
            <a:r>
              <a:rPr lang="en-IN" sz="1900" b="1">
                <a:latin typeface="Book Antiqua"/>
                <a:ea typeface="Tahoma"/>
                <a:cs typeface="Tahoma"/>
              </a:rPr>
              <a:t> </a:t>
            </a:r>
            <a:r>
              <a:rPr lang="en-US" sz="1900" b="1">
                <a:latin typeface="Book Antiqua"/>
                <a:ea typeface="Tahoma"/>
                <a:cs typeface="Tahoma"/>
              </a:rPr>
              <a:t>Smart waste segregation system using AI</a:t>
            </a:r>
            <a:endParaRPr/>
          </a:p>
          <a:p>
            <a:pPr marL="0" indent="0">
              <a:lnSpc>
                <a:spcPct val="160000"/>
              </a:lnSpc>
              <a:buNone/>
              <a:defRPr/>
            </a:pPr>
            <a:r>
              <a:rPr lang="en-US" sz="2000" b="1">
                <a:latin typeface="Book Antiqua"/>
                <a:ea typeface="Tahoma"/>
                <a:cs typeface="Tahoma"/>
              </a:rPr>
              <a:t>PO Mapping 			:</a:t>
            </a:r>
            <a:r>
              <a:rPr lang="en-IN" b="1">
                <a:latin typeface="Book Antiqua"/>
              </a:rPr>
              <a:t> PO7 – Environment and Sustainability</a:t>
            </a:r>
            <a:r>
              <a:rPr lang="en-IN">
                <a:latin typeface="Book Antiqua"/>
              </a:rPr>
              <a:t> </a:t>
            </a:r>
            <a:endParaRPr lang="en-US" b="1">
              <a:latin typeface="Book Antiqua"/>
              <a:ea typeface="Tahoma"/>
              <a:cs typeface="Tahoma"/>
            </a:endParaRPr>
          </a:p>
          <a:p>
            <a:pPr marL="0" indent="0">
              <a:lnSpc>
                <a:spcPct val="160000"/>
              </a:lnSpc>
              <a:buNone/>
              <a:defRPr/>
            </a:pPr>
            <a:r>
              <a:rPr lang="en-US" sz="2000" b="1">
                <a:latin typeface="Book Antiqua"/>
                <a:ea typeface="Tahoma"/>
                <a:cs typeface="Tahoma"/>
              </a:rPr>
              <a:t>SDG Mapping		:</a:t>
            </a:r>
            <a:r>
              <a:rPr lang="en-IN" b="1"/>
              <a:t> </a:t>
            </a:r>
            <a:r>
              <a:rPr lang="en-US" b="1"/>
              <a:t>SDG 12 – Responsible Consumption and Production</a:t>
            </a:r>
            <a:r>
              <a:rPr lang="en-US"/>
              <a:t> </a:t>
            </a:r>
            <a:endParaRPr lang="en-US" b="1">
              <a:latin typeface="Book Antiqua"/>
              <a:ea typeface="Tahoma"/>
              <a:cs typeface="Tahoma"/>
            </a:endParaRPr>
          </a:p>
          <a:p>
            <a:pPr marL="0" indent="0">
              <a:lnSpc>
                <a:spcPct val="160000"/>
              </a:lnSpc>
              <a:buNone/>
              <a:defRPr/>
            </a:pPr>
            <a:endParaRPr lang="en-US" sz="2000" b="1">
              <a:latin typeface="Book Antiqua"/>
              <a:ea typeface="Tahoma"/>
              <a:cs typeface="Tahoma"/>
            </a:endParaRPr>
          </a:p>
          <a:p>
            <a:pPr marL="0" indent="0">
              <a:buNone/>
              <a:defRPr/>
            </a:pPr>
            <a:endParaRPr sz="1050">
              <a:latin typeface="Book Antiqua"/>
              <a:ea typeface="Tahoma"/>
              <a:cs typeface="Tahoma"/>
            </a:endParaRPr>
          </a:p>
        </p:txBody>
      </p:sp>
      <p:pic>
        <p:nvPicPr>
          <p:cNvPr id="1020173437" name="Picture 3"/>
          <p:cNvPicPr/>
          <p:nvPr/>
        </p:nvPicPr>
        <p:blipFill rotWithShape="1">
          <a:blip r:embed="rId3"/>
          <a:stretch/>
        </p:blipFill>
        <p:spPr bwMode="auto">
          <a:xfrm>
            <a:off x="457200" y="197978"/>
            <a:ext cx="8229600" cy="1143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0740059" name="Title 1"/>
          <p:cNvSpPr>
            <a:spLocks noGrp="1"/>
          </p:cNvSpPr>
          <p:nvPr>
            <p:ph type="title"/>
          </p:nvPr>
        </p:nvSpPr>
        <p:spPr bwMode="auto">
          <a:xfrm>
            <a:off x="457200" y="1454520"/>
            <a:ext cx="8229600" cy="1143000"/>
          </a:xfrm>
        </p:spPr>
        <p:txBody>
          <a:bodyPr/>
          <a:lstStyle/>
          <a:p>
            <a:pPr algn="l">
              <a:defRPr/>
            </a:pPr>
            <a:r>
              <a:rPr b="1">
                <a:solidFill>
                  <a:srgbClr val="002060"/>
                </a:solidFill>
                <a:latin typeface="Book Antiqua"/>
                <a:ea typeface="Tahoma"/>
                <a:cs typeface="Tahoma"/>
              </a:rPr>
              <a:t>Problem Statement</a:t>
            </a:r>
            <a:endParaRPr/>
          </a:p>
        </p:txBody>
      </p:sp>
      <p:sp>
        <p:nvSpPr>
          <p:cNvPr id="804192788" name="Content Placeholder 2"/>
          <p:cNvSpPr>
            <a:spLocks noGrp="1"/>
          </p:cNvSpPr>
          <p:nvPr>
            <p:ph idx="1"/>
          </p:nvPr>
        </p:nvSpPr>
        <p:spPr bwMode="auto">
          <a:xfrm>
            <a:off x="457200" y="2927554"/>
            <a:ext cx="8229600" cy="2514600"/>
          </a:xfrm>
        </p:spPr>
        <p:txBody>
          <a:bodyPr>
            <a:normAutofit fontScale="40000" lnSpcReduction="20000"/>
          </a:bodyPr>
          <a:lstStyle/>
          <a:p>
            <a:pPr marL="0" indent="0">
              <a:lnSpc>
                <a:spcPct val="150000"/>
              </a:lnSpc>
              <a:buNone/>
              <a:defRPr/>
            </a:pPr>
            <a:r>
              <a:rPr lang="en-US" sz="3300"/>
              <a:t>Rapid urbanization and population growth have led to a significant increase in municipal solid waste, creating challenges in effective waste management. Traditional segregation methods are labor-intensive, error-prone, and inefficient, often resulting in improper disposal that harms the environment and public health. There is a pressing need for an intelligent, automated system that can accurately classify and segregate waste into categories such as biodegradable, recyclable, and hazardous. Leveraging Artificial Intelligence (AI) for waste segregation can enhance accuracy, reduce human effort, and promote sustainable waste management practices.</a:t>
            </a:r>
            <a:endParaRPr/>
          </a:p>
          <a:p>
            <a:pPr marL="0" indent="0">
              <a:lnSpc>
                <a:spcPct val="150000"/>
              </a:lnSpc>
              <a:buNone/>
              <a:defRPr/>
            </a:pPr>
            <a:endParaRPr sz="2800">
              <a:latin typeface="Book Antiqua"/>
              <a:ea typeface="Tahoma"/>
              <a:cs typeface="Tahoma"/>
            </a:endParaRPr>
          </a:p>
        </p:txBody>
      </p:sp>
      <p:pic>
        <p:nvPicPr>
          <p:cNvPr id="613133473" name="Picture 3"/>
          <p:cNvPicPr/>
          <p:nvPr/>
        </p:nvPicPr>
        <p:blipFill rotWithShape="1">
          <a:blip r:embed="rId3"/>
          <a:stretch/>
        </p:blipFill>
        <p:spPr bwMode="auto">
          <a:xfrm>
            <a:off x="457200" y="197978"/>
            <a:ext cx="8229600" cy="1143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9230663" name="Title 1"/>
          <p:cNvSpPr>
            <a:spLocks noGrp="1"/>
          </p:cNvSpPr>
          <p:nvPr>
            <p:ph type="title"/>
          </p:nvPr>
        </p:nvSpPr>
        <p:spPr bwMode="auto">
          <a:xfrm>
            <a:off x="457200" y="1882212"/>
            <a:ext cx="8229600" cy="1143000"/>
          </a:xfrm>
        </p:spPr>
        <p:txBody>
          <a:bodyPr/>
          <a:lstStyle/>
          <a:p>
            <a:pPr algn="l">
              <a:defRPr/>
            </a:pPr>
            <a:r>
              <a:rPr b="1">
                <a:solidFill>
                  <a:srgbClr val="002060"/>
                </a:solidFill>
                <a:latin typeface="Book Antiqua"/>
                <a:ea typeface="Tahoma"/>
                <a:cs typeface="Tahoma"/>
              </a:rPr>
              <a:t>Existing Solutions</a:t>
            </a:r>
            <a:endParaRPr/>
          </a:p>
        </p:txBody>
      </p:sp>
      <p:sp>
        <p:nvSpPr>
          <p:cNvPr id="1008623369" name="Content Placeholder 2"/>
          <p:cNvSpPr>
            <a:spLocks noGrp="1"/>
          </p:cNvSpPr>
          <p:nvPr>
            <p:ph idx="1"/>
          </p:nvPr>
        </p:nvSpPr>
        <p:spPr bwMode="auto">
          <a:xfrm>
            <a:off x="457200" y="3473245"/>
            <a:ext cx="8229600" cy="2131142"/>
          </a:xfrm>
        </p:spPr>
        <p:txBody>
          <a:bodyPr>
            <a:normAutofit fontScale="25000" lnSpcReduction="20000"/>
          </a:bodyPr>
          <a:lstStyle/>
          <a:p>
            <a:pPr marL="0" indent="0">
              <a:lnSpc>
                <a:spcPct val="150000"/>
              </a:lnSpc>
              <a:buNone/>
              <a:defRPr/>
            </a:pPr>
            <a:r>
              <a:rPr lang="en-US" sz="7200"/>
              <a:t>AI-based waste segregation systems are already being tested worldwide. Smart bins with cameras and sensors use machine learning to classify waste into categories like plastic, paper, organic, and metal with over 95% accuracy. Some low-cost models rely on capacitive and inductive sensors to detect wet waste and metals. Advanced deep learning models such as </a:t>
            </a:r>
            <a:r>
              <a:rPr lang="en-US" sz="7200"/>
              <a:t>ResNet</a:t>
            </a:r>
            <a:r>
              <a:rPr lang="en-US" sz="7200"/>
              <a:t> achieve up to 98% accuracy in recycling plants. In smart city projects, AI is integrated with IoT and RFID tags to monitor bin status, predict collection needs, and optimize routes. These solutions show promise but face challenges like high costs, infrastructure gaps, and diverse waste compositions.</a:t>
            </a:r>
            <a:endParaRPr/>
          </a:p>
          <a:p>
            <a:pPr marL="0" indent="0">
              <a:lnSpc>
                <a:spcPct val="150000"/>
              </a:lnSpc>
              <a:buNone/>
              <a:defRPr/>
            </a:pPr>
            <a:endParaRPr>
              <a:latin typeface="Book Antiqua"/>
              <a:ea typeface="Tahoma"/>
              <a:cs typeface="Tahoma"/>
            </a:endParaRPr>
          </a:p>
        </p:txBody>
      </p:sp>
      <p:pic>
        <p:nvPicPr>
          <p:cNvPr id="865033783" name="Picture 3"/>
          <p:cNvPicPr/>
          <p:nvPr/>
        </p:nvPicPr>
        <p:blipFill rotWithShape="1">
          <a:blip r:embed="rId3"/>
          <a:stretch/>
        </p:blipFill>
        <p:spPr bwMode="auto">
          <a:xfrm>
            <a:off x="457200" y="197978"/>
            <a:ext cx="8229600" cy="1143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868309" name="Title 1"/>
          <p:cNvSpPr>
            <a:spLocks noGrp="1"/>
          </p:cNvSpPr>
          <p:nvPr>
            <p:ph type="title"/>
          </p:nvPr>
        </p:nvSpPr>
        <p:spPr bwMode="auto">
          <a:xfrm>
            <a:off x="457200" y="274638"/>
            <a:ext cx="3616960" cy="1143000"/>
          </a:xfrm>
        </p:spPr>
        <p:txBody>
          <a:bodyPr>
            <a:normAutofit/>
          </a:bodyPr>
          <a:lstStyle/>
          <a:p>
            <a:pPr>
              <a:defRPr/>
            </a:pPr>
            <a:r>
              <a:rPr lang="en-US" sz="2800">
                <a:solidFill>
                  <a:schemeClr val="tx2"/>
                </a:solidFill>
              </a:rPr>
              <a:t>PROPOSED SYSTEM</a:t>
            </a:r>
            <a:endParaRPr lang="en-IN" sz="2800">
              <a:solidFill>
                <a:schemeClr val="tx2"/>
              </a:solidFill>
            </a:endParaRPr>
          </a:p>
        </p:txBody>
      </p:sp>
      <p:sp>
        <p:nvSpPr>
          <p:cNvPr id="1675684636" name="Rectangle 1"/>
          <p:cNvSpPr>
            <a:spLocks noChangeArrowheads="1" noGrp="1"/>
          </p:cNvSpPr>
          <p:nvPr>
            <p:ph idx="1"/>
          </p:nvPr>
        </p:nvSpPr>
        <p:spPr bwMode="auto">
          <a:xfrm>
            <a:off x="457200" y="1878022"/>
            <a:ext cx="7570214" cy="3970318"/>
          </a:xfrm>
          <a:prstGeom prst="rect">
            <a:avLst/>
          </a:prstGeom>
          <a:noFill/>
          <a:ln>
            <a:noFill/>
          </a:ln>
          <a:effectLst/>
        </p:spPr>
        <p:txBody>
          <a:bodyPr vert="horz" wrap="non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User Interface Layer</a:t>
            </a: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Provides a simple, intuitive way for users to interact with the system.</a:t>
            </a:r>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Handles requests (text, commands, or inputs).</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Input Processor</a:t>
            </a: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Parses user requests.</a:t>
            </a:r>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Identifies intent, context, and required parameters.</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Tool Selector</a:t>
            </a: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Chooses the appropriate tool (e.g., search, memory, image generation).</a:t>
            </a:r>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Ensures modularity and flexibility.</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Execution Engine</a:t>
            </a: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Runs the selected tool with structured schema.</a:t>
            </a:r>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Handles parallel execution when multiple tools are needed</a:t>
            </a:r>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None/>
              <a:defRPr/>
            </a:pPr>
            <a:endParaRPr lang="en-US" sz="1800" b="0" i="0" u="none" strike="noStrike" cap="none">
              <a:ln>
                <a:noFill/>
              </a:ln>
              <a:solidFill>
                <a:schemeClr val="tx1"/>
              </a:solidFill>
              <a:latin typeface="Arial"/>
            </a:endParaRPr>
          </a:p>
        </p:txBody>
      </p:sp>
      <p:sp>
        <p:nvSpPr>
          <p:cNvPr id="247200381" name="Rectangle 2"/>
          <p:cNvSpPr>
            <a:spLocks noChangeArrowheads="1"/>
          </p:cNvSpPr>
          <p:nvPr/>
        </p:nvSpPr>
        <p:spPr bwMode="auto">
          <a:xfrm>
            <a:off x="457200" y="5371315"/>
            <a:ext cx="3049928" cy="923330"/>
          </a:xfrm>
          <a:prstGeom prst="rect">
            <a:avLst/>
          </a:prstGeom>
          <a:noFill/>
          <a:ln>
            <a:noFill/>
          </a:ln>
          <a:effectLst/>
        </p:spPr>
        <p:txBody>
          <a:bodyPr vert="horz" wrap="squar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Output Formatter</a:t>
            </a: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Ensures consistency and clarity.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9914644" name="Title 1"/>
          <p:cNvSpPr>
            <a:spLocks noGrp="1"/>
          </p:cNvSpPr>
          <p:nvPr>
            <p:ph type="title"/>
          </p:nvPr>
        </p:nvSpPr>
        <p:spPr bwMode="auto">
          <a:xfrm>
            <a:off x="457200" y="1749480"/>
            <a:ext cx="8229600" cy="1143000"/>
          </a:xfrm>
        </p:spPr>
        <p:txBody>
          <a:bodyPr>
            <a:normAutofit/>
          </a:bodyPr>
          <a:lstStyle/>
          <a:p>
            <a:pPr algn="l">
              <a:defRPr/>
            </a:pPr>
            <a:r>
              <a:rPr lang="en-IN" sz="3600" b="1">
                <a:solidFill>
                  <a:srgbClr val="002060"/>
                </a:solidFill>
                <a:latin typeface="Book Antiqua"/>
                <a:ea typeface="Tahoma"/>
                <a:cs typeface="Tahoma"/>
              </a:rPr>
              <a:t> </a:t>
            </a:r>
            <a:r>
              <a:rPr sz="3600" b="1">
                <a:solidFill>
                  <a:srgbClr val="002060"/>
                </a:solidFill>
                <a:latin typeface="Book Antiqua"/>
                <a:ea typeface="Tahoma"/>
                <a:cs typeface="Tahoma"/>
              </a:rPr>
              <a:t>System Flow</a:t>
            </a:r>
            <a:endParaRPr/>
          </a:p>
        </p:txBody>
      </p:sp>
      <p:pic>
        <p:nvPicPr>
          <p:cNvPr id="166192539" name="Content Placeholder 5"/>
          <p:cNvPicPr>
            <a:picLocks noChangeAspect="1" noGrp="1"/>
          </p:cNvPicPr>
          <p:nvPr>
            <p:ph idx="1"/>
          </p:nvPr>
        </p:nvPicPr>
        <p:blipFill rotWithShape="1">
          <a:blip r:embed="rId3"/>
          <a:stretch/>
        </p:blipFill>
        <p:spPr bwMode="auto">
          <a:xfrm>
            <a:off x="2048718" y="2892479"/>
            <a:ext cx="3159889" cy="4642639"/>
          </a:xfrm>
          <a:prstGeom prst="rect">
            <a:avLst/>
          </a:prstGeom>
        </p:spPr>
      </p:pic>
      <p:pic>
        <p:nvPicPr>
          <p:cNvPr id="328603350" name="Picture 3"/>
          <p:cNvPicPr/>
          <p:nvPr/>
        </p:nvPicPr>
        <p:blipFill rotWithShape="1">
          <a:blip r:embed="rId4"/>
          <a:stretch/>
        </p:blipFill>
        <p:spPr bwMode="auto">
          <a:xfrm>
            <a:off x="457200" y="197978"/>
            <a:ext cx="8229600" cy="1143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903197" name="Title 1"/>
          <p:cNvSpPr>
            <a:spLocks noGrp="1"/>
          </p:cNvSpPr>
          <p:nvPr>
            <p:ph type="title"/>
          </p:nvPr>
        </p:nvSpPr>
        <p:spPr bwMode="auto">
          <a:xfrm>
            <a:off x="457200" y="274638"/>
            <a:ext cx="3385595" cy="1143000"/>
          </a:xfrm>
        </p:spPr>
        <p:txBody>
          <a:bodyPr/>
          <a:lstStyle/>
          <a:p>
            <a:pPr>
              <a:defRPr/>
            </a:pPr>
            <a:r>
              <a:rPr lang="en-US">
                <a:solidFill>
                  <a:schemeClr val="tx2"/>
                </a:solidFill>
              </a:rPr>
              <a:t>ADVANTAGES</a:t>
            </a:r>
            <a:endParaRPr lang="en-IN">
              <a:solidFill>
                <a:schemeClr val="tx2"/>
              </a:solidFill>
            </a:endParaRPr>
          </a:p>
        </p:txBody>
      </p:sp>
      <p:sp>
        <p:nvSpPr>
          <p:cNvPr id="1300719883" name="Rectangle 1"/>
          <p:cNvSpPr>
            <a:spLocks noChangeArrowheads="1" noGrp="1"/>
          </p:cNvSpPr>
          <p:nvPr>
            <p:ph idx="1"/>
          </p:nvPr>
        </p:nvSpPr>
        <p:spPr bwMode="auto">
          <a:xfrm>
            <a:off x="138895" y="1496957"/>
            <a:ext cx="8547905" cy="3693319"/>
          </a:xfrm>
          <a:prstGeom prst="rect">
            <a:avLst/>
          </a:prstGeom>
          <a:noFill/>
          <a:ln>
            <a:noFill/>
          </a:ln>
          <a:effectLst/>
        </p:spPr>
        <p:txBody>
          <a:bodyPr vert="horz" wrap="squar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Clarity and Structure:</a:t>
            </a:r>
            <a:r>
              <a:rPr lang="en-US" sz="1800" b="0" i="0" u="none" strike="noStrike" cap="none">
                <a:ln>
                  <a:noFill/>
                </a:ln>
                <a:solidFill>
                  <a:schemeClr val="tx1"/>
                </a:solidFill>
                <a:latin typeface="Arial"/>
              </a:rPr>
              <a:t> Each stage — from user request to response — is clearly defined, making the process easy to understand and maintain.</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Modularity:</a:t>
            </a:r>
            <a:r>
              <a:rPr lang="en-US" sz="1800" b="0" i="0" u="none" strike="noStrike" cap="none">
                <a:ln>
                  <a:noFill/>
                </a:ln>
                <a:solidFill>
                  <a:schemeClr val="tx1"/>
                </a:solidFill>
                <a:latin typeface="Arial"/>
              </a:rPr>
              <a:t> Components like input parsing, tool selection, and execution are independent, allowing updates or replacements without affecting the entire system.</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Scalability:</a:t>
            </a:r>
            <a:r>
              <a:rPr lang="en-US" sz="1800" b="0" i="0" u="none" strike="noStrike" cap="none">
                <a:ln>
                  <a:noFill/>
                </a:ln>
                <a:solidFill>
                  <a:schemeClr val="tx1"/>
                </a:solidFill>
                <a:latin typeface="Arial"/>
              </a:rPr>
              <a:t> New tools or features can be added seamlessly within the existing schema.</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Efficiency:</a:t>
            </a:r>
            <a:r>
              <a:rPr lang="en-US" sz="1800" b="0" i="0" u="none" strike="noStrike" cap="none">
                <a:ln>
                  <a:noFill/>
                </a:ln>
                <a:solidFill>
                  <a:schemeClr val="tx1"/>
                </a:solidFill>
                <a:latin typeface="Arial"/>
              </a:rPr>
              <a:t> Automated tool selection and execution reduce manual intervention, speeding up responses.</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Consistency:</a:t>
            </a:r>
            <a:r>
              <a:rPr lang="en-US" sz="1800" b="0" i="0" u="none" strike="noStrike" cap="none">
                <a:ln>
                  <a:noFill/>
                </a:ln>
                <a:solidFill>
                  <a:schemeClr val="tx1"/>
                </a:solidFill>
                <a:latin typeface="Arial"/>
              </a:rPr>
              <a:t> The JSON-like schema ensures uniformity across all operations, minimizing errors.</a:t>
            </a:r>
            <a:endParaRPr/>
          </a:p>
          <a:p>
            <a:pPr marL="0" lvl="0" indent="0" defTabSz="914400">
              <a:spcBef>
                <a:spcPts val="0"/>
              </a:spcBef>
              <a:spcAft>
                <a:spcPts val="0"/>
              </a:spcAft>
              <a:buFontTx/>
              <a:buChar char="•"/>
              <a:defRPr/>
            </a:pPr>
            <a:r>
              <a:rPr lang="en-US" sz="1800" b="1" i="0" u="none" strike="noStrike" cap="none">
                <a:ln>
                  <a:noFill/>
                </a:ln>
                <a:solidFill>
                  <a:schemeClr val="tx1"/>
                </a:solidFill>
                <a:latin typeface="Arial"/>
              </a:rPr>
              <a:t>User-Centric </a:t>
            </a:r>
            <a:r>
              <a:rPr lang="en-US" sz="1800" b="1" i="0" u="none" strike="noStrike" cap="none">
                <a:ln>
                  <a:noFill/>
                </a:ln>
                <a:solidFill>
                  <a:schemeClr val="tx1"/>
                </a:solidFill>
                <a:latin typeface="Arial"/>
              </a:rPr>
              <a:t>Design:</a:t>
            </a:r>
            <a:r>
              <a:rPr lang="en-US" sz="1800"/>
              <a:t>The</a:t>
            </a:r>
            <a:r>
              <a:rPr lang="en-US" sz="1800"/>
              <a:t> flow prioritizes accurate interpretation of user intent, leading to precise and relevant outputs.</a:t>
            </a:r>
            <a:endParaRPr lang="en-US"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6148145" name="Title 1"/>
          <p:cNvSpPr>
            <a:spLocks noGrp="1"/>
          </p:cNvSpPr>
          <p:nvPr>
            <p:ph type="title"/>
          </p:nvPr>
        </p:nvSpPr>
        <p:spPr bwMode="auto">
          <a:xfrm>
            <a:off x="457200" y="274638"/>
            <a:ext cx="3657600" cy="1143000"/>
          </a:xfrm>
        </p:spPr>
        <p:txBody>
          <a:bodyPr>
            <a:normAutofit/>
          </a:bodyPr>
          <a:lstStyle/>
          <a:p>
            <a:pPr>
              <a:defRPr/>
            </a:pPr>
            <a:r>
              <a:rPr lang="en-US" sz="2800">
                <a:solidFill>
                  <a:schemeClr val="tx2"/>
                </a:solidFill>
              </a:rPr>
              <a:t>Software </a:t>
            </a:r>
            <a:r>
              <a:rPr lang="en-US" sz="2800">
                <a:solidFill>
                  <a:schemeClr val="tx2"/>
                </a:solidFill>
              </a:rPr>
              <a:t>Requriements</a:t>
            </a:r>
            <a:endParaRPr lang="en-IN" sz="2800">
              <a:solidFill>
                <a:schemeClr val="tx2"/>
              </a:solidFill>
            </a:endParaRPr>
          </a:p>
        </p:txBody>
      </p:sp>
      <p:sp>
        <p:nvSpPr>
          <p:cNvPr id="585848848" name="Rectangle 4"/>
          <p:cNvSpPr>
            <a:spLocks noChangeArrowheads="1"/>
          </p:cNvSpPr>
          <p:nvPr/>
        </p:nvSpPr>
        <p:spPr bwMode="auto">
          <a:xfrm>
            <a:off x="193296" y="2606655"/>
            <a:ext cx="8757407" cy="646331"/>
          </a:xfrm>
          <a:prstGeom prst="rect">
            <a:avLst/>
          </a:prstGeom>
          <a:noFill/>
          <a:ln>
            <a:noFill/>
          </a:ln>
          <a:effectLst/>
        </p:spPr>
        <p:txBody>
          <a:bodyPr vert="horz" wrap="square" lIns="91440" tIns="45720" rIns="91440" bIns="45720" numCol="1" anchor="ctr" anchorCtr="0" compatLnSpc="1">
            <a:prstTxWarp prst="textNoShape"/>
            <a:spAutoFit/>
          </a:bodyPr>
          <a:lstStyle/>
          <a:p>
            <a:pPr lvl="8" defTabSz="914400">
              <a:spcBef>
                <a:spcPts val="0"/>
              </a:spcBef>
              <a:spcAft>
                <a:spcPts val="0"/>
              </a:spcAft>
              <a:defRPr/>
            </a:pPr>
            <a:endParaRPr lang="en-US"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p:txBody>
      </p:sp>
      <p:sp>
        <p:nvSpPr>
          <p:cNvPr id="267171610" name="Rectangle 4"/>
          <p:cNvSpPr>
            <a:spLocks noChangeArrowheads="1"/>
          </p:cNvSpPr>
          <p:nvPr/>
        </p:nvSpPr>
        <p:spPr bwMode="auto">
          <a:xfrm>
            <a:off x="345696" y="1789559"/>
            <a:ext cx="8757407" cy="2585323"/>
          </a:xfrm>
          <a:prstGeom prst="rect">
            <a:avLst/>
          </a:prstGeom>
          <a:noFill/>
          <a:ln>
            <a:noFill/>
          </a:ln>
          <a:effectLst/>
        </p:spPr>
        <p:txBody>
          <a:bodyPr vert="horz" wrap="square" lIns="91440" tIns="45720" rIns="91440" bIns="45720" numCol="1" anchor="ctr" anchorCtr="0" compatLnSpc="1">
            <a:prstTxWarp prst="textNoShape"/>
            <a:spAutoFit/>
          </a:bodyPr>
          <a:lstStyle/>
          <a:p>
            <a:pPr lvl="8" defTabSz="914400">
              <a:spcBef>
                <a:spcPts val="0"/>
              </a:spcBef>
              <a:spcAft>
                <a:spcPts val="0"/>
              </a:spcAft>
              <a:defRPr/>
            </a:pPr>
            <a:endParaRPr lang="en-US"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Programming Language/Frameworks:</a:t>
            </a: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Backend: Python, Node.js, or Java (for tool execution and orchestration)</a:t>
            </a:r>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Frontend: React, Angular, or Vue.js (for user interface)</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Database:</a:t>
            </a:r>
            <a:r>
              <a:rPr lang="en-US" sz="1800" b="0" i="0" u="none" strike="noStrike" cap="none">
                <a:ln>
                  <a:noFill/>
                </a:ln>
                <a:solidFill>
                  <a:schemeClr val="tx1"/>
                </a:solidFill>
                <a:latin typeface="Arial"/>
              </a:rPr>
              <a:t> SQL (MySQL/PostgreSQL) or NoSQL (MongoDB) for storing logs, preferences, and configurations</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APIs &amp; Middleware:</a:t>
            </a:r>
            <a:r>
              <a:rPr lang="en-US" sz="1800" b="0" i="0" u="none" strike="noStrike" cap="none">
                <a:ln>
                  <a:noFill/>
                </a:ln>
                <a:solidFill>
                  <a:schemeClr val="tx1"/>
                </a:solidFill>
                <a:latin typeface="Arial"/>
              </a:rPr>
              <a:t> REST/</a:t>
            </a:r>
            <a:r>
              <a:rPr lang="en-US" sz="1800" b="0" i="0" u="none" strike="noStrike" cap="none">
                <a:ln>
                  <a:noFill/>
                </a:ln>
                <a:solidFill>
                  <a:schemeClr val="tx1"/>
                </a:solidFill>
                <a:latin typeface="Arial"/>
              </a:rPr>
              <a:t>GraphQL</a:t>
            </a:r>
            <a:r>
              <a:rPr lang="en-US" sz="1800" b="0" i="0" u="none" strike="noStrike" cap="none">
                <a:ln>
                  <a:noFill/>
                </a:ln>
                <a:solidFill>
                  <a:schemeClr val="tx1"/>
                </a:solidFill>
                <a:latin typeface="Arial"/>
              </a:rPr>
              <a:t> APIs for communication between modules</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Visualization Tools:</a:t>
            </a:r>
            <a:r>
              <a:rPr lang="en-US" sz="1800" b="0" i="0" u="none" strike="noStrike" cap="none">
                <a:ln>
                  <a:noFill/>
                </a:ln>
                <a:solidFill>
                  <a:schemeClr val="tx1"/>
                </a:solidFill>
                <a:latin typeface="Arial"/>
              </a:rPr>
              <a:t> Libraries like D3.js, Mermaid, or diagramming tools for flow/ADG representation</a:t>
            </a:r>
            <a:endParaRPr/>
          </a:p>
        </p:txBody>
      </p:sp>
      <p:sp>
        <p:nvSpPr>
          <p:cNvPr id="297972148" name="Rectangle 5"/>
          <p:cNvSpPr>
            <a:spLocks noChangeArrowheads="1"/>
          </p:cNvSpPr>
          <p:nvPr/>
        </p:nvSpPr>
        <p:spPr bwMode="auto">
          <a:xfrm>
            <a:off x="345696" y="4513381"/>
            <a:ext cx="7614213" cy="646331"/>
          </a:xfrm>
          <a:prstGeom prst="rect">
            <a:avLst/>
          </a:prstGeom>
          <a:noFill/>
          <a:ln>
            <a:noFill/>
          </a:ln>
          <a:effectLst/>
        </p:spPr>
        <p:txBody>
          <a:bodyPr vert="horz" wrap="squar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Operating System:</a:t>
            </a:r>
            <a:r>
              <a:rPr lang="en-US" sz="1800" b="0" i="0" u="none" strike="noStrike" cap="none">
                <a:ln>
                  <a:noFill/>
                </a:ln>
                <a:solidFill>
                  <a:schemeClr val="tx1"/>
                </a:solidFill>
                <a:latin typeface="Arial"/>
              </a:rPr>
              <a:t> Windows, Linux, or macOS (depending on deployment environment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0796855" name="Title 1"/>
          <p:cNvSpPr>
            <a:spLocks noGrp="1"/>
          </p:cNvSpPr>
          <p:nvPr>
            <p:ph type="title"/>
          </p:nvPr>
        </p:nvSpPr>
        <p:spPr bwMode="auto">
          <a:xfrm>
            <a:off x="457200" y="274638"/>
            <a:ext cx="6487610" cy="1143000"/>
          </a:xfrm>
        </p:spPr>
        <p:txBody>
          <a:bodyPr>
            <a:normAutofit/>
          </a:bodyPr>
          <a:lstStyle/>
          <a:p>
            <a:pPr>
              <a:defRPr/>
            </a:pPr>
            <a:r>
              <a:rPr lang="en-US" sz="2800">
                <a:solidFill>
                  <a:schemeClr val="tx2"/>
                </a:solidFill>
              </a:rPr>
              <a:t>HARDWARE REQUIREMENTS</a:t>
            </a:r>
            <a:endParaRPr lang="en-IN" sz="2800">
              <a:solidFill>
                <a:schemeClr val="tx2"/>
              </a:solidFill>
            </a:endParaRPr>
          </a:p>
        </p:txBody>
      </p:sp>
      <p:sp>
        <p:nvSpPr>
          <p:cNvPr id="178898331" name="Rectangle 1"/>
          <p:cNvSpPr>
            <a:spLocks noChangeArrowheads="1" noGrp="1"/>
          </p:cNvSpPr>
          <p:nvPr>
            <p:ph idx="1"/>
          </p:nvPr>
        </p:nvSpPr>
        <p:spPr bwMode="auto">
          <a:xfrm>
            <a:off x="364602" y="1277858"/>
            <a:ext cx="7866186" cy="2585323"/>
          </a:xfrm>
          <a:prstGeom prst="rect">
            <a:avLst/>
          </a:prstGeom>
          <a:noFill/>
          <a:ln>
            <a:noFill/>
          </a:ln>
          <a:effectLst/>
        </p:spPr>
        <p:txBody>
          <a:bodyPr vert="horz" wrap="squar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Processor:</a:t>
            </a:r>
            <a:r>
              <a:rPr lang="en-US" sz="1800" b="0" i="0" u="none" strike="noStrike" cap="none">
                <a:ln>
                  <a:noFill/>
                </a:ln>
                <a:solidFill>
                  <a:schemeClr val="tx1"/>
                </a:solidFill>
                <a:latin typeface="Arial"/>
              </a:rPr>
              <a:t> Multi-core CPU (Intel i5/i7 or AMD equivalent for development; Xeon/EPYC for production)</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Memory (RAM):</a:t>
            </a:r>
            <a:r>
              <a:rPr lang="en-US" sz="1800" b="0" i="0" u="none" strike="noStrike" cap="none">
                <a:ln>
                  <a:noFill/>
                </a:ln>
                <a:solidFill>
                  <a:schemeClr val="tx1"/>
                </a:solidFill>
                <a:latin typeface="Arial"/>
              </a:rPr>
              <a:t> Minimum 8 GB for development, 16–32 GB for production environments</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Storage:</a:t>
            </a:r>
            <a:r>
              <a:rPr lang="en-US" sz="1800" b="0" i="0" u="none" strike="noStrike" cap="none">
                <a:ln>
                  <a:noFill/>
                </a:ln>
                <a:solidFill>
                  <a:schemeClr val="tx1"/>
                </a:solidFill>
                <a:latin typeface="Arial"/>
              </a:rPr>
              <a:t> SSD with at least 256 GB for development; scalable storage (1 TB+) for production logs and data</a:t>
            </a:r>
            <a:endParaRPr/>
          </a:p>
          <a:p>
            <a:pPr marL="0" marR="0" lvl="0" indent="0" algn="l" defTabSz="914400" rtl="0">
              <a:lnSpc>
                <a:spcPct val="100000"/>
              </a:lnSpc>
              <a:spcBef>
                <a:spcPts val="0"/>
              </a:spcBef>
              <a:spcAft>
                <a:spcPts val="0"/>
              </a:spcAft>
              <a:buClrTx/>
              <a:buSzTx/>
              <a:buFontTx/>
              <a:buChar char="•"/>
              <a:defRPr/>
            </a:pPr>
            <a:r>
              <a:rPr lang="en-US" sz="1800" b="1" i="0" u="none" strike="noStrike" cap="none">
                <a:ln>
                  <a:noFill/>
                </a:ln>
                <a:solidFill>
                  <a:schemeClr val="tx1"/>
                </a:solidFill>
                <a:latin typeface="Arial"/>
              </a:rPr>
              <a:t>Network:</a:t>
            </a:r>
            <a:r>
              <a:rPr lang="en-US" sz="1800" b="0" i="0" u="none" strike="noStrike" cap="none">
                <a:ln>
                  <a:noFill/>
                </a:ln>
                <a:solidFill>
                  <a:schemeClr val="tx1"/>
                </a:solidFill>
                <a:latin typeface="Arial"/>
              </a:rPr>
              <a:t> Stable broadband connection; enterprise-grade networking for production</a:t>
            </a:r>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0677634" name="Title 1"/>
          <p:cNvSpPr>
            <a:spLocks noGrp="1"/>
          </p:cNvSpPr>
          <p:nvPr>
            <p:ph type="title"/>
          </p:nvPr>
        </p:nvSpPr>
        <p:spPr bwMode="auto"/>
        <p:txBody>
          <a:bodyPr/>
          <a:lstStyle/>
          <a:p>
            <a:pPr>
              <a:defRPr/>
            </a:pPr>
            <a:r>
              <a:rPr lang="en-US">
                <a:solidFill>
                  <a:schemeClr val="tx2"/>
                </a:solidFill>
              </a:rPr>
              <a:t>BLOCK DIAGRAM</a:t>
            </a:r>
            <a:endParaRPr lang="en-IN">
              <a:solidFill>
                <a:schemeClr val="tx2"/>
              </a:solidFill>
            </a:endParaRPr>
          </a:p>
        </p:txBody>
      </p:sp>
      <p:pic>
        <p:nvPicPr>
          <p:cNvPr id="1194905186" name="Content Placeholder 4"/>
          <p:cNvPicPr>
            <a:picLocks noChangeAspect="1" noGrp="1"/>
          </p:cNvPicPr>
          <p:nvPr>
            <p:ph idx="1"/>
          </p:nvPr>
        </p:nvPicPr>
        <p:blipFill rotWithShape="1">
          <a:blip r:embed="rId3"/>
          <a:stretch/>
        </p:blipFill>
        <p:spPr bwMode="auto">
          <a:xfrm>
            <a:off x="1308496" y="1825625"/>
            <a:ext cx="6527007" cy="43513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6530022" name="Title 1"/>
          <p:cNvSpPr>
            <a:spLocks noGrp="1"/>
          </p:cNvSpPr>
          <p:nvPr>
            <p:ph type="title"/>
          </p:nvPr>
        </p:nvSpPr>
        <p:spPr bwMode="auto"/>
        <p:txBody>
          <a:bodyPr/>
          <a:lstStyle/>
          <a:p>
            <a:pPr>
              <a:defRPr/>
            </a:pPr>
            <a:endParaRPr lang="en-IN"/>
          </a:p>
        </p:txBody>
      </p:sp>
      <p:graphicFrame>
        <p:nvGraphicFramePr>
          <p:cNvPr id="1073763233" name="Content Placeholder 6"/>
          <p:cNvGraphicFramePr>
            <a:graphicFrameLocks xmlns:a="http://schemas.openxmlformats.org/drawingml/2006/main" noGrp="1"/>
          </p:cNvGraphicFramePr>
          <p:nvPr>
            <p:ph idx="1"/>
          </p:nvPr>
        </p:nvGraphicFramePr>
        <p:xfrm rot="0">
          <a:off x="-107830" y="0"/>
          <a:ext cx="9193805" cy="8656811"/>
        </p:xfrm>
        <a:graphic>
          <a:graphicData uri="http://schemas.openxmlformats.org/drawingml/2006/table">
            <a:tbl>
              <a:tblPr firstRow="1" firstCol="0" lastRow="0" lastCol="0" bandRow="1" bandCol="0">
                <a:tableStyleId>{5C22544A-7EE6-4342-B048-85BDC9FD1C3A}</a:tableStyleId>
              </a:tblPr>
              <a:tblGrid>
                <a:gridCol w="980310"/>
                <a:gridCol w="2272223"/>
                <a:gridCol w="2970636"/>
                <a:gridCol w="2970636"/>
              </a:tblGrid>
              <a:tr h="1485597">
                <a:tc>
                  <a:txBody>
                    <a:bodyPr/>
                    <a:p>
                      <a:pPr>
                        <a:defRPr/>
                      </a:pPr>
                      <a:r>
                        <a:rPr lang="en-US"/>
                        <a:t>S.NO</a:t>
                      </a:r>
                      <a:endParaRPr lang="en-IN"/>
                    </a:p>
                  </a:txBody>
                  <a:tcPr/>
                </a:tc>
                <a:tc>
                  <a:txBody>
                    <a:bodyPr/>
                    <a:p>
                      <a:pPr>
                        <a:defRPr/>
                      </a:pPr>
                      <a:r>
                        <a:rPr lang="en-US"/>
                        <a:t>ARTICLE TITLE/AUTOR/YEAR OF PUBLICATION</a:t>
                      </a:r>
                      <a:endParaRPr lang="en-IN"/>
                    </a:p>
                  </a:txBody>
                  <a:tcPr/>
                </a:tc>
                <a:tc>
                  <a:txBody>
                    <a:bodyPr/>
                    <a:p>
                      <a:pPr>
                        <a:defRPr/>
                      </a:pPr>
                      <a:r>
                        <a:rPr lang="en-US"/>
                        <a:t>PROS</a:t>
                      </a:r>
                      <a:endParaRPr lang="en-IN"/>
                    </a:p>
                  </a:txBody>
                  <a:tcPr/>
                </a:tc>
                <a:tc>
                  <a:txBody>
                    <a:bodyPr/>
                    <a:p>
                      <a:pPr>
                        <a:defRPr/>
                      </a:pPr>
                      <a:r>
                        <a:rPr lang="en-US"/>
                        <a:t>CONS</a:t>
                      </a:r>
                      <a:endParaRPr lang="en-IN"/>
                    </a:p>
                  </a:txBody>
                  <a:tcPr/>
                </a:tc>
              </a:tr>
              <a:tr h="1999136">
                <a:tc>
                  <a:txBody>
                    <a:bodyPr/>
                    <a:p>
                      <a:pPr>
                        <a:defRPr/>
                      </a:pPr>
                      <a:r>
                        <a:rPr lang="en-US"/>
                        <a:t>1</a:t>
                      </a:r>
                      <a:endParaRPr lang="en-IN"/>
                    </a:p>
                  </a:txBody>
                  <a:tcPr/>
                </a:tc>
                <a:tc>
                  <a:txBody>
                    <a:bodyPr/>
                    <a:p>
                      <a:pPr>
                        <a:defRPr/>
                      </a:pPr>
                      <a:r>
                        <a:rPr lang="en-US"/>
                        <a:t>When to Choose Which Architecture for System Design/</a:t>
                      </a:r>
                      <a:r>
                        <a:rPr lang="en-IN"/>
                        <a:t>GeeksforGeeks</a:t>
                      </a:r>
                      <a:r>
                        <a:rPr lang="en-IN"/>
                        <a:t> Editorial Team/2025</a:t>
                      </a:r>
                      <a:endParaRPr/>
                    </a:p>
                  </a:txBody>
                  <a:tcPr/>
                </a:tc>
                <a:tc>
                  <a:txBody>
                    <a:bodyPr/>
                    <a:p>
                      <a:pPr>
                        <a:defRPr/>
                      </a:pPr>
                      <a:r>
                        <a:rPr lang="en-US"/>
                        <a:t>Covers multiple architectures clearly. - Practical guidance for scalability and performance.</a:t>
                      </a:r>
                      <a:endParaRPr lang="en-IN"/>
                    </a:p>
                  </a:txBody>
                  <a:tcPr/>
                </a:tc>
                <a:tc>
                  <a:txBody>
                    <a:bodyPr/>
                    <a:p>
                      <a:pPr>
                        <a:defRPr/>
                      </a:pPr>
                      <a:r>
                        <a:rPr lang="en-US"/>
                        <a:t>Few real-world case studies. - Focuses more on theory.</a:t>
                      </a:r>
                      <a:endParaRPr lang="en-IN"/>
                    </a:p>
                  </a:txBody>
                  <a:tcPr/>
                </a:tc>
              </a:tr>
              <a:tr h="1999136">
                <a:tc>
                  <a:txBody>
                    <a:bodyPr/>
                    <a:p>
                      <a:pPr>
                        <a:defRPr/>
                      </a:pPr>
                      <a:r>
                        <a:rPr lang="en-US"/>
                        <a:t>2</a:t>
                      </a:r>
                      <a:endParaRPr lang="en-IN"/>
                    </a:p>
                  </a:txBody>
                  <a:tcPr/>
                </a:tc>
                <a:tc>
                  <a:txBody>
                    <a:bodyPr/>
                    <a:p>
                      <a:pPr>
                        <a:defRPr/>
                      </a:pPr>
                      <a:r>
                        <a:rPr lang="en-US"/>
                        <a:t>Types of System Design: A Comprehensive Guide to Architectures/</a:t>
                      </a:r>
                      <a:r>
                        <a:rPr lang="en-IN"/>
                        <a:t>ScholarHat</a:t>
                      </a:r>
                      <a:r>
                        <a:rPr lang="en-IN"/>
                        <a:t> Team/2025</a:t>
                      </a:r>
                      <a:endParaRPr/>
                    </a:p>
                  </a:txBody>
                  <a:tcPr/>
                </a:tc>
                <a:tc>
                  <a:txBody>
                    <a:bodyPr/>
                    <a:p>
                      <a:pPr>
                        <a:defRPr/>
                      </a:pPr>
                      <a:r>
                        <a:rPr lang="en-US"/>
                        <a:t>Detailed comparison of system types. - Includes deployment strategies.</a:t>
                      </a:r>
                      <a:endParaRPr lang="en-IN"/>
                    </a:p>
                  </a:txBody>
                  <a:tcPr/>
                </a:tc>
                <a:tc>
                  <a:txBody>
                    <a:bodyPr/>
                    <a:p>
                      <a:pPr>
                        <a:defRPr/>
                      </a:pPr>
                      <a:r>
                        <a:rPr lang="en-US"/>
                        <a:t>Detailed comparison of system types. - Includes deployment strategies.</a:t>
                      </a:r>
                      <a:endParaRPr lang="en-IN"/>
                    </a:p>
                  </a:txBody>
                  <a:tcPr/>
                </a:tc>
              </a:tr>
              <a:tr h="1687345">
                <a:tc>
                  <a:txBody>
                    <a:bodyPr/>
                    <a:p>
                      <a:pPr>
                        <a:defRPr/>
                      </a:pPr>
                      <a:r>
                        <a:rPr lang="en-US"/>
                        <a:t>3</a:t>
                      </a:r>
                      <a:endParaRPr lang="en-IN"/>
                    </a:p>
                  </a:txBody>
                  <a:tcPr/>
                </a:tc>
                <a:tc>
                  <a:txBody>
                    <a:bodyPr/>
                    <a:p>
                      <a:pPr>
                        <a:defRPr/>
                      </a:pPr>
                      <a:r>
                        <a:rPr lang="en-US"/>
                        <a:t>System Design: Core Concepts, Architecture, and Strategies/</a:t>
                      </a:r>
                      <a:r>
                        <a:rPr lang="en-IN"/>
                        <a:t>Chenwi</a:t>
                      </a:r>
                      <a:r>
                        <a:rPr lang="en-IN"/>
                        <a:t> Ngu/2024</a:t>
                      </a:r>
                      <a:endParaRPr/>
                    </a:p>
                  </a:txBody>
                  <a:tcPr/>
                </a:tc>
                <a:tc>
                  <a:txBody>
                    <a:bodyPr/>
                    <a:p>
                      <a:pPr>
                        <a:defRPr/>
                      </a:pPr>
                      <a:r>
                        <a:rPr lang="en-US"/>
                        <a:t>Real-world insights. - Explains CI/CD and scalability.</a:t>
                      </a:r>
                      <a:endParaRPr lang="en-IN"/>
                    </a:p>
                  </a:txBody>
                  <a:tcPr/>
                </a:tc>
                <a:tc>
                  <a:txBody>
                    <a:bodyPr/>
                    <a:p>
                      <a:pPr>
                        <a:defRPr/>
                      </a:pPr>
                      <a:r>
                        <a:rPr lang="en-US"/>
                        <a:t>Web-centric examples. - Less legacy system coverage.</a:t>
                      </a:r>
                      <a:endParaRPr lang="en-IN"/>
                    </a:p>
                  </a:txBody>
                  <a:tcPr/>
                </a:tc>
              </a:tr>
              <a:tr h="1485597">
                <a:tc>
                  <a:txBody>
                    <a:bodyPr/>
                    <a:p>
                      <a:pPr>
                        <a:defRPr/>
                      </a:pPr>
                      <a:r>
                        <a:rPr lang="en-US"/>
                        <a:t>4</a:t>
                      </a:r>
                      <a:endParaRPr lang="en-IN"/>
                    </a:p>
                  </a:txBody>
                  <a:tcPr/>
                </a:tc>
                <a:tc>
                  <a:txBody>
                    <a:bodyPr/>
                    <a:p>
                      <a:pPr>
                        <a:buNone/>
                        <a:defRPr/>
                      </a:pPr>
                      <a:r>
                        <a:rPr lang="en-US"/>
                        <a:t>Modern Software Architecture Patterns Explained/M</a:t>
                      </a:r>
                      <a:r>
                        <a:rPr lang="en-IN"/>
                        <a:t>artin</a:t>
                      </a:r>
                      <a:r>
                        <a:rPr lang="en-IN"/>
                        <a:t> Fowler/2024</a:t>
                      </a:r>
                      <a:endParaRPr/>
                    </a:p>
                  </a:txBody>
                  <a:tcPr anchor="ctr"/>
                </a:tc>
                <a:tc>
                  <a:txBody>
                    <a:bodyPr/>
                    <a:p>
                      <a:pPr>
                        <a:buNone/>
                        <a:defRPr/>
                      </a:pPr>
                      <a:r>
                        <a:rPr lang="en-US"/>
                        <a:t>Deep dive into microservices and event-driven design. - Industry-standard practices.</a:t>
                      </a:r>
                      <a:endParaRPr lang="en-IN"/>
                    </a:p>
                  </a:txBody>
                  <a:tcPr anchor="ctr"/>
                </a:tc>
                <a:tc>
                  <a:txBody>
                    <a:bodyPr/>
                    <a:p>
                      <a:pPr>
                        <a:defRPr/>
                      </a:pPr>
                      <a:r>
                        <a:rPr lang="en-US"/>
                        <a:t>Dense technical language. - Requires prior experience. - Limited beginner accessibility.</a:t>
                      </a:r>
                      <a:endParaRPr lang="en-IN"/>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3765381" name="Title 1"/>
          <p:cNvSpPr>
            <a:spLocks noGrp="1"/>
          </p:cNvSpPr>
          <p:nvPr>
            <p:ph type="title"/>
          </p:nvPr>
        </p:nvSpPr>
        <p:spPr bwMode="auto">
          <a:xfrm>
            <a:off x="457200" y="274638"/>
            <a:ext cx="3339295" cy="1143000"/>
          </a:xfrm>
        </p:spPr>
        <p:txBody>
          <a:bodyPr/>
          <a:lstStyle/>
          <a:p>
            <a:pPr>
              <a:defRPr/>
            </a:pPr>
            <a:r>
              <a:rPr lang="en-US">
                <a:solidFill>
                  <a:schemeClr val="tx2"/>
                </a:solidFill>
              </a:rPr>
              <a:t>REFRENCES</a:t>
            </a:r>
            <a:endParaRPr lang="en-IN">
              <a:solidFill>
                <a:schemeClr val="tx2"/>
              </a:solidFill>
            </a:endParaRPr>
          </a:p>
        </p:txBody>
      </p:sp>
      <p:sp>
        <p:nvSpPr>
          <p:cNvPr id="1854937061" name="Content Placeholder 2"/>
          <p:cNvSpPr>
            <a:spLocks noGrp="1"/>
          </p:cNvSpPr>
          <p:nvPr>
            <p:ph idx="1"/>
          </p:nvPr>
        </p:nvSpPr>
        <p:spPr bwMode="auto"/>
        <p:txBody>
          <a:bodyPr>
            <a:normAutofit/>
          </a:bodyPr>
          <a:lstStyle/>
          <a:p>
            <a:pPr>
              <a:defRPr/>
            </a:pPr>
            <a:r>
              <a:rPr lang="en-IN"/>
              <a:t>GeeksforGeeks</a:t>
            </a:r>
            <a:r>
              <a:rPr lang="en-IN"/>
              <a:t> Editorial Team. </a:t>
            </a:r>
            <a:r>
              <a:rPr lang="en-IN" i="1"/>
              <a:t>When to Choose Which Architecture for System Design</a:t>
            </a:r>
            <a:r>
              <a:rPr lang="en-IN"/>
              <a:t>. </a:t>
            </a:r>
            <a:r>
              <a:rPr lang="en-IN"/>
              <a:t>GeeksforGeeks</a:t>
            </a:r>
            <a:r>
              <a:rPr lang="en-IN"/>
              <a:t>, 2025.</a:t>
            </a:r>
            <a:endParaRPr/>
          </a:p>
          <a:p>
            <a:pPr>
              <a:defRPr/>
            </a:pPr>
            <a:r>
              <a:rPr lang="en-IN"/>
              <a:t>ScholarHat</a:t>
            </a:r>
            <a:r>
              <a:rPr lang="en-IN"/>
              <a:t> Team. </a:t>
            </a:r>
            <a:r>
              <a:rPr lang="en-IN" i="1"/>
              <a:t>Types of System Design: A Comprehensive Guide to Architectures</a:t>
            </a:r>
            <a:r>
              <a:rPr lang="en-IN"/>
              <a:t>. </a:t>
            </a:r>
            <a:r>
              <a:rPr lang="en-IN"/>
              <a:t>ScholarHat</a:t>
            </a:r>
            <a:r>
              <a:rPr lang="en-IN"/>
              <a:t>, 2025.</a:t>
            </a:r>
            <a:endParaRPr/>
          </a:p>
          <a:p>
            <a:pPr>
              <a:defRPr/>
            </a:pPr>
            <a:r>
              <a:rPr lang="en-IN"/>
              <a:t>Chenwi</a:t>
            </a:r>
            <a:r>
              <a:rPr lang="en-IN"/>
              <a:t> Ngu. </a:t>
            </a:r>
            <a:r>
              <a:rPr lang="en-IN" i="1"/>
              <a:t>System Design: Core Concepts, Architecture, and Strategies</a:t>
            </a:r>
            <a:r>
              <a:rPr lang="en-IN"/>
              <a:t>. Medium, 2024.</a:t>
            </a:r>
            <a:endParaRPr/>
          </a:p>
          <a:p>
            <a:pPr>
              <a:defRPr/>
            </a:pPr>
            <a:r>
              <a:rPr lang="en-IN"/>
              <a:t>Martin Fowler. </a:t>
            </a:r>
            <a:r>
              <a:rPr lang="en-IN" i="1"/>
              <a:t>Modern Software Architecture Patterns Explained</a:t>
            </a:r>
            <a:r>
              <a:rPr lang="en-IN"/>
              <a:t>. </a:t>
            </a:r>
            <a:r>
              <a:rPr lang="en-IN"/>
              <a:t>ThoughtWorks</a:t>
            </a:r>
            <a:r>
              <a:rPr lang="en-IN"/>
              <a:t>, 2024.</a:t>
            </a:r>
            <a:endParaRPr/>
          </a:p>
          <a:p>
            <a:pPr>
              <a:defRPr/>
            </a:pPr>
            <a:r>
              <a:rPr lang="en-IN"/>
              <a:t>IEEE Software Journal Team. </a:t>
            </a:r>
            <a:r>
              <a:rPr lang="en-IN" i="1"/>
              <a:t>Architectural Design Principles for Scalable Systems</a:t>
            </a:r>
            <a:r>
              <a:rPr lang="en-IN"/>
              <a:t>. IEEE, 2023.</a:t>
            </a:r>
            <a:endParaRPr/>
          </a:p>
          <a:p>
            <a:pPr>
              <a:defRPr/>
            </a:pP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1862708" name="Title 1"/>
          <p:cNvSpPr>
            <a:spLocks noGrp="1"/>
          </p:cNvSpPr>
          <p:nvPr>
            <p:ph type="title"/>
          </p:nvPr>
        </p:nvSpPr>
        <p:spPr bwMode="auto">
          <a:xfrm>
            <a:off x="457200" y="274638"/>
            <a:ext cx="2529068" cy="1143000"/>
          </a:xfrm>
        </p:spPr>
        <p:txBody>
          <a:bodyPr/>
          <a:lstStyle/>
          <a:p>
            <a:pPr>
              <a:defRPr/>
            </a:pPr>
            <a:r>
              <a:rPr lang="en-US">
                <a:solidFill>
                  <a:schemeClr val="tx2"/>
                </a:solidFill>
              </a:rPr>
              <a:t>RESULT</a:t>
            </a:r>
            <a:endParaRPr lang="en-IN">
              <a:solidFill>
                <a:schemeClr val="tx2"/>
              </a:solidFill>
            </a:endParaRPr>
          </a:p>
        </p:txBody>
      </p:sp>
      <p:sp>
        <p:nvSpPr>
          <p:cNvPr id="605848035" name="Rectangle 1"/>
          <p:cNvSpPr>
            <a:spLocks noChangeArrowheads="1" noGrp="1"/>
          </p:cNvSpPr>
          <p:nvPr>
            <p:ph idx="1"/>
          </p:nvPr>
        </p:nvSpPr>
        <p:spPr bwMode="auto">
          <a:xfrm>
            <a:off x="283580" y="2339235"/>
            <a:ext cx="9010891" cy="2585323"/>
          </a:xfrm>
          <a:prstGeom prst="rect">
            <a:avLst/>
          </a:prstGeom>
          <a:noFill/>
          <a:ln>
            <a:noFill/>
          </a:ln>
          <a:effectLst/>
        </p:spPr>
        <p:txBody>
          <a:bodyPr vert="horz" wrap="squar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Clear structure and easy maintenance</a:t>
            </a:r>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Seamless scalability for new tools/features</a:t>
            </a:r>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Automated efficiency in execution</a:t>
            </a:r>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Secure with encryption and role-based access</a:t>
            </a:r>
            <a:endParaRPr/>
          </a:p>
          <a:p>
            <a:pPr marL="0" marR="0" lvl="0" indent="0" algn="l" defTabSz="914400" rtl="0">
              <a:lnSpc>
                <a:spcPct val="100000"/>
              </a:lnSpc>
              <a:spcBef>
                <a:spcPts val="0"/>
              </a:spcBef>
              <a:spcAft>
                <a:spcPts val="0"/>
              </a:spcAft>
              <a:buClrTx/>
              <a:buSzTx/>
              <a:buFontTx/>
              <a:buChar char="•"/>
              <a:defRPr/>
            </a:pPr>
            <a:endParaRPr lang="en-US" sz="1800" b="0" i="0" u="none" strike="noStrike" cap="none">
              <a:ln>
                <a:noFill/>
              </a:ln>
              <a:solidFill>
                <a:schemeClr val="tx1"/>
              </a:solidFill>
              <a:latin typeface="Arial"/>
            </a:endParaRPr>
          </a:p>
          <a:p>
            <a:pPr marL="0" marR="0" lvl="0" indent="0" algn="l" defTabSz="914400" rtl="0">
              <a:lnSpc>
                <a:spcPct val="100000"/>
              </a:lnSpc>
              <a:spcBef>
                <a:spcPts val="0"/>
              </a:spcBef>
              <a:spcAft>
                <a:spcPts val="0"/>
              </a:spcAft>
              <a:buClrTx/>
              <a:buSzTx/>
              <a:buFontTx/>
              <a:buChar char="•"/>
              <a:defRPr/>
            </a:pPr>
            <a:r>
              <a:rPr lang="en-US" sz="1800" b="0" i="0" u="none" strike="noStrike" cap="none">
                <a:ln>
                  <a:noFill/>
                </a:ln>
                <a:solidFill>
                  <a:schemeClr val="tx1"/>
                </a:solidFill>
                <a:latin typeface="Arial"/>
              </a:rPr>
              <a:t>Accurate, user-focused responses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4842752" name="Title 1"/>
          <p:cNvSpPr>
            <a:spLocks noGrp="1"/>
          </p:cNvSpPr>
          <p:nvPr>
            <p:ph type="title"/>
          </p:nvPr>
        </p:nvSpPr>
        <p:spPr bwMode="auto"/>
        <p:txBody>
          <a:bodyPr/>
          <a:lstStyle/>
          <a:p>
            <a:pPr>
              <a:defRPr/>
            </a:pPr>
            <a:endParaRPr lang="en-IN"/>
          </a:p>
        </p:txBody>
      </p:sp>
      <p:sp>
        <p:nvSpPr>
          <p:cNvPr id="802592515" name="Content Placeholder 2"/>
          <p:cNvSpPr>
            <a:spLocks noGrp="1"/>
          </p:cNvSpPr>
          <p:nvPr>
            <p:ph idx="1"/>
          </p:nvPr>
        </p:nvSpPr>
        <p:spPr bwMode="auto">
          <a:xfrm>
            <a:off x="682906" y="2465408"/>
            <a:ext cx="6597570" cy="3478193"/>
          </a:xfrm>
        </p:spPr>
        <p:txBody>
          <a:bodyPr/>
          <a:lstStyle/>
          <a:p>
            <a:pPr>
              <a:defRPr/>
            </a:pPr>
            <a:endParaRPr lang="en-US"/>
          </a:p>
          <a:p>
            <a:pPr marL="2743200" lvl="6" indent="0">
              <a:buNone/>
              <a:defRPr/>
            </a:pPr>
            <a:r>
              <a:rPr lang="en-IN" sz="4800">
                <a:solidFill>
                  <a:schemeClr val="tx2"/>
                </a:solidFill>
              </a:rPr>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ONLYOFFICE/9.2.0.100</Application>
  <PresentationFormat>On-screen Show (4:3)</PresentationFormat>
  <Paragraphs>0</Paragraphs>
  <Slides>13</Slides>
  <Notes>13</Notes>
  <HiddenSlides>0</HiddenSlides>
  <MMClips>2</MMClips>
  <ScaleCrop>0</ScaleCrop>
  <HeadingPairs>
    <vt:vector size="4" baseType="variant">
      <vt:variant>
        <vt:lpstr>Theme</vt:lpstr>
      </vt:variant>
      <vt:variant>
        <vt:i4>1</vt:i4>
      </vt:variant>
      <vt:variant>
        <vt:lpstr>Slide Titles</vt:lpstr>
      </vt:variant>
      <vt:variant>
        <vt:i4>13</vt:i4>
      </vt:variant>
    </vt:vector>
  </HeadingPairs>
  <TitlesOfParts>
    <vt:vector size="1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18</cp:revision>
  <dcterms:created xsi:type="dcterms:W3CDTF">2013-01-27T09:14:16Z</dcterms:created>
  <dcterms:modified xsi:type="dcterms:W3CDTF">2026-05-08T02:48:36Z</dcterms:modified>
  <cp:category/>
</cp:coreProperties>
</file>